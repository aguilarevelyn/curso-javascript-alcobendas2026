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Tema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Programación Básica</a:t>
            </a:r>
            <a:br/>
            <a:r>
              <a:t>Variables y Tipos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Contenidos del Tema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¿Qué es una variable?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Cómo crear variables: var, let, const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Tipos de datos en JavaScript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Operadores aritméticos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Operadores lógicos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Conversión de tipos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¿Qué es una Variable?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Un contenedor para almacenar valores de datos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Puedes pensar en ella como una caja etiquetada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La caja tiene un nombre (identificador)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Dentro de la caja guardas información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Puedes cambiar el contenido en cualquier momento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Ejemplo: Variable 'nombre' contiene 'Juan'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42023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Variable: Una </a:t>
            </a:r>
            <a:r>
              <a:rPr lang="es-ES" dirty="0"/>
              <a:t>a</a:t>
            </a:r>
            <a:r>
              <a:rPr dirty="0" err="1"/>
              <a:t>nalogía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</a:t>
            </a:r>
            <a:r>
              <a:rPr lang="es-ES" dirty="0"/>
              <a:t>c</a:t>
            </a:r>
            <a:r>
              <a:rPr dirty="0" err="1"/>
              <a:t>aja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200400" cy="4114800"/>
          </a:xfrm>
          <a:prstGeom prst="rect">
            <a:avLst/>
          </a:prstGeom>
          <a:solidFill>
            <a:srgbClr val="C8C8C8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📦</a:t>
            </a:r>
            <a:br/>
            <a:r>
              <a:t>Variable</a:t>
            </a:r>
            <a:br/>
            <a:br/>
            <a:r>
              <a:t>Nombre:</a:t>
            </a:r>
            <a:br/>
            <a:r>
              <a:t>'edad'</a:t>
            </a:r>
            <a:br/>
            <a:br/>
            <a:r>
              <a:t>Valor:</a:t>
            </a:r>
            <a:br/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017520"/>
            <a:ext cx="45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33333"/>
                </a:solidFill>
              </a:defRPr>
            </a:pPr>
            <a:r>
              <a:t>En JavaScript:</a:t>
            </a:r>
            <a:br/>
            <a:br/>
            <a:r>
              <a:t>let edad = 25;</a:t>
            </a:r>
            <a:br/>
            <a:br/>
            <a:r>
              <a:t>✓ Nombre: edad</a:t>
            </a:r>
            <a:br/>
            <a:r>
              <a:t>✓ Valor: 25</a:t>
            </a:r>
            <a:br/>
            <a:r>
              <a:t>✓ Tipo: Number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62974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Formas de </a:t>
            </a:r>
            <a:r>
              <a:rPr lang="es-ES" dirty="0"/>
              <a:t>c</a:t>
            </a:r>
            <a:r>
              <a:rPr dirty="0"/>
              <a:t>rear </a:t>
            </a:r>
            <a:r>
              <a:rPr lang="es-ES" dirty="0"/>
              <a:t>v</a:t>
            </a:r>
            <a:r>
              <a:rPr dirty="0" err="1"/>
              <a:t>ariables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▪ var: Forma </a:t>
            </a:r>
            <a:r>
              <a:rPr dirty="0" err="1"/>
              <a:t>antigua</a:t>
            </a:r>
            <a:r>
              <a:rPr dirty="0"/>
              <a:t> (</a:t>
            </a:r>
            <a:r>
              <a:rPr dirty="0" err="1"/>
              <a:t>evitar</a:t>
            </a:r>
            <a:r>
              <a:rPr dirty="0"/>
              <a:t>). Tiene </a:t>
            </a:r>
            <a:r>
              <a:rPr dirty="0" err="1"/>
              <a:t>confusos</a:t>
            </a:r>
            <a:r>
              <a:rPr dirty="0"/>
              <a:t> scopes</a:t>
            </a:r>
            <a:r>
              <a:rPr lang="es-ES" dirty="0"/>
              <a:t> (ámbitos)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▪ let: Forma moderna (</a:t>
            </a:r>
            <a:r>
              <a:rPr dirty="0" err="1"/>
              <a:t>recomendada</a:t>
            </a:r>
            <a:r>
              <a:rPr dirty="0"/>
              <a:t>). Scope de </a:t>
            </a:r>
            <a:r>
              <a:rPr dirty="0" err="1"/>
              <a:t>bloque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▪ const: Constante (</a:t>
            </a:r>
            <a:r>
              <a:rPr dirty="0" err="1"/>
              <a:t>recomendada</a:t>
            </a:r>
            <a:r>
              <a:rPr dirty="0"/>
              <a:t>). No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reasignar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▪ Regla: Usa let o const, </a:t>
            </a:r>
            <a:r>
              <a:rPr dirty="0" err="1"/>
              <a:t>evita</a:t>
            </a:r>
            <a:r>
              <a:rPr dirty="0"/>
              <a:t> var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▪ let: Para variables </a:t>
            </a:r>
            <a:r>
              <a:rPr dirty="0" err="1"/>
              <a:t>que</a:t>
            </a:r>
            <a:r>
              <a:rPr dirty="0"/>
              <a:t> van a </a:t>
            </a:r>
            <a:r>
              <a:rPr dirty="0" err="1"/>
              <a:t>cambiar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▪ const: Para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cambian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var vs let vs const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❌ var (Evitar)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✅ let &amp; const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931920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var </a:t>
            </a:r>
            <a:r>
              <a:rPr dirty="0" err="1"/>
              <a:t>nombre</a:t>
            </a:r>
            <a:r>
              <a:rPr dirty="0"/>
              <a:t> = 'Juan';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 Antigua forma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Scope global/</a:t>
            </a:r>
            <a:r>
              <a:rPr dirty="0" err="1"/>
              <a:t>función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uso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Problemas</a:t>
            </a:r>
            <a:r>
              <a:rPr dirty="0"/>
              <a:t> de hoisting</a:t>
            </a:r>
            <a:r>
              <a:rPr lang="es-ES" dirty="0"/>
              <a:t> (elevación de la declaración –no la asignación- al inicio del ámbito (</a:t>
            </a:r>
            <a:r>
              <a:rPr lang="es-ES" dirty="0" err="1"/>
              <a:t>scope</a:t>
            </a:r>
            <a:r>
              <a:rPr lang="es-ES" dirty="0"/>
              <a:t>).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let </a:t>
            </a:r>
            <a:r>
              <a:rPr dirty="0" err="1"/>
              <a:t>edad</a:t>
            </a:r>
            <a:r>
              <a:rPr dirty="0"/>
              <a:t> = 25;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const PI = 3.14;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let: </a:t>
            </a:r>
            <a:r>
              <a:rPr dirty="0" err="1"/>
              <a:t>Reasignable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const: No </a:t>
            </a:r>
            <a:r>
              <a:rPr dirty="0" err="1"/>
              <a:t>reasignable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Scope de </a:t>
            </a:r>
            <a:r>
              <a:rPr dirty="0" err="1"/>
              <a:t>bloque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Recomendadas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9935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Ejemplo</a:t>
            </a:r>
            <a:r>
              <a:rPr dirty="0"/>
              <a:t>: Creando </a:t>
            </a:r>
            <a:r>
              <a:rPr lang="es-ES" dirty="0"/>
              <a:t>v</a:t>
            </a:r>
            <a:r>
              <a:rPr dirty="0" err="1"/>
              <a:t>ariables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Crear variables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nombre = 'María';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edad = 30;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const ciudad = 'Barcelona';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Mostrar en consola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console.log(nombre);    // María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console.log(edad);      // 30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console.log(ciudad);    // Barcelona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Tipos de Datos Primitivos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String: Texto entre comillas 'Hola' o "Hola"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Number: Números 42, 3.14, -10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Boolean: Verdadero o falso (true / false)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null: Valor nulo deliberado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undefined: Variable sin asignar valor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Symbol: Valor único (tema avanzado)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Tipos de Datos Complejos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Array: Lista de valores [1, 2, 3, 'hola']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Object: Conjunto de pares clave-valor {nombre: 'Juan'}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Function: Bloques de código reutilizable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Date: Fechas y horas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RegExp: Expresiones regulares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Map, Set: Estructuras de datos avanzadas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8928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Ejemplos</a:t>
            </a:r>
            <a:r>
              <a:rPr dirty="0"/>
              <a:t> de </a:t>
            </a:r>
            <a:r>
              <a:rPr lang="es-ES" dirty="0"/>
              <a:t>t</a:t>
            </a:r>
            <a:r>
              <a:rPr dirty="0" err="1"/>
              <a:t>ipos</a:t>
            </a:r>
            <a:r>
              <a:rPr dirty="0"/>
              <a:t> de </a:t>
            </a:r>
            <a:r>
              <a:rPr lang="es-ES" dirty="0"/>
              <a:t>d</a:t>
            </a:r>
            <a:r>
              <a:rPr dirty="0" err="1"/>
              <a:t>atos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String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mensaje = 'Hola Mundo';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saludo = "¿Cómo estás?";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Number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cantidad = 42;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precio = 19.99;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Boolean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activo = true;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inactivo = false;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Arrays (Listas)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Crear un array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numeros = [1, 2, 3, 4, 5];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colores = ['rojo', 'azul', 'verde'];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mixto = [1, 'texto', true, 3.14];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Acceder a elementos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console.log(numeros[0]);   //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console.log(colores[1]);   // azul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Longitud del array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console.log(numeros.length);  //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Objects (Objetos)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Crear un objeto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persona = {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nombre: 'Juan',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edad: 25,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ciudad: 'Madrid',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activo: true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};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Acceder a propiedades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console.log(persona.nombre);  // Juan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console.log(persona.edad);    //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Operadores Aritméticos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Operador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Ejemplo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+ Suma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- Resta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* Multiplicación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/ División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% Módulo (resto)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** Potencia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10 + 5  // 15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10 - 3  // 7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4 * 3   // 12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20 / 4  // 5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10 % 3  // 1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2 ** 3  //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Operadores de 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== Igual (sin tipo) 5 == '5' es true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=== Igual estricto (con tipo) 5 === '5' es false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!= No igual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!== No igual estricto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&gt; Mayor 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&lt; Menor que, &gt;= Mayor o igual, &lt;= Menor o igual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Operadores 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Operador AND (&amp;&amp;)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Operador OR (||) y NOT (!)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&amp;&amp; AND (Y)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true &amp;&amp; true = true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true &amp;&amp; false = false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false &amp;&amp; false =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|| OR (O)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! NOT (NO)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true || false = true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!true = false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Reasignación de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contador = 0;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console.log(contador);    //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contador = 5;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console.log(contador);    //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contador = contador + 1;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console.log(contador);    // 6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Atajo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contador += 1;  // Igual a contador = contador + 1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console.log(contador);  //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Conversión de 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String a Number: Number('42') = 42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Number a String: String(42) = '42'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Booleano a Number: Number(true) =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Booleano a String: String(true) = 'true'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parseInt: Convierte a entero parseInt('42px') = 42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parseFloat: Convierte a decimal parseFloat('3.14abc') = 3.14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Ejemplos de Conversión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String a Number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texto = '42';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numero = Number(texto);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console.log(texto + 8);    // '428' (concatena)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console.log(numero + 8);   // 50 (suma)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// Number a String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num = 42;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str = String(num);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console.log(typeof str);   // 'string'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typeof - Verificar Tipo de 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let variable;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variable = 'Hola';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console.log(typeof variable);  // 'string'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variable = 42;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console.log(typeof variable);  // 'number'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variable = true;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console.log(typeof variable);  // 'boolean'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variable = [1, 2, 3];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console.log(typeof variable);  // 'object'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Reglas para Nombres de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Deben comezar con letra, $, o 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Pueden contener letras, números, $, o 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Sensibles a mayúsculas: nombre ≠ Nombre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No pueden ser palabras reservadas (let, if, for,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Usar camelCase: miPrimeraVariable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Usar nombres descriptivos, no x, y, z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Usa let o const, nunca uses var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Prefiere const, usa let si necesitas reasignar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Nombres claros y descriptivos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Comienza con minúscula: camelCase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Evita abreviaturas confusas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Declara variables con los valores iniciales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Resumen - Tema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Variables son contenedores para datos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Usa let para variables, const para constantes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Tipos primitivos: string, number, boolean, null, undefined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Tipos complejos: array, object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Operadores aritméticos, lógicos y de comparación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▪ Conversión de tipos: Number(), String(), parseInt()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Tema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Estructuras de Control</a:t>
            </a:r>
            <a:br/>
            <a:r>
              <a:t>if, else, switch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1284</Words>
  <Application>Microsoft Office PowerPoint</Application>
  <PresentationFormat>Presentación en pantalla (4:3)</PresentationFormat>
  <Paragraphs>202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V1842</cp:lastModifiedBy>
  <cp:revision>2</cp:revision>
  <dcterms:created xsi:type="dcterms:W3CDTF">2013-01-27T09:14:16Z</dcterms:created>
  <dcterms:modified xsi:type="dcterms:W3CDTF">2026-09-27T10:10:28Z</dcterms:modified>
  <cp:category/>
</cp:coreProperties>
</file>