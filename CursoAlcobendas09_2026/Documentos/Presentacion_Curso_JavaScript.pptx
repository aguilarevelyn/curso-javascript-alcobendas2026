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
    <p:sldId id="272" r:id="rId3"/>
    <p:sldId id="367" r:id="rId4"/>
    <p:sldId id="410" r:id="rId5"/>
    <p:sldId id="411" r:id="rId6"/>
    <p:sldId id="416" r:id="rId7"/>
    <p:sldId id="417" r:id="rId8"/>
    <p:sldId id="415" r:id="rId9"/>
    <p:sldId id="418" r:id="rId10"/>
    <p:sldId id="419" r:id="rId11"/>
    <p:sldId id="420" r:id="rId12"/>
    <p:sldId id="256" r:id="rId13"/>
    <p:sldId id="257" r:id="rId14"/>
    <p:sldId id="258" r:id="rId15"/>
    <p:sldId id="259" r:id="rId16"/>
    <p:sldId id="260" r:id="rId17"/>
    <p:sldId id="261" r:id="rId18"/>
    <p:sldId id="262" r:id="rId19"/>
    <p:sldId id="263" r:id="rId20"/>
    <p:sldId id="264" r:id="rId21"/>
    <p:sldId id="265" r:id="rId22"/>
    <p:sldId id="266" r:id="rId23"/>
    <p:sldId id="268" r:id="rId24"/>
    <p:sldId id="26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5" Type="http://schemas.openxmlformats.org/officeDocument/2006/relationships/image" Target="../media/image12.svg"/><Relationship Id="rId4" Type="http://schemas.openxmlformats.org/officeDocument/2006/relationships/image" Target="../media/image11.svg"/></Relationships>
</file>

<file path=ppt/diagrams/_rels/data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diagrams/_rels/data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5" Type="http://schemas.openxmlformats.org/officeDocument/2006/relationships/image" Target="../media/image22.sv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5" Type="http://schemas.openxmlformats.org/officeDocument/2006/relationships/image" Target="../media/image12.svg"/><Relationship Id="rId4" Type="http://schemas.openxmlformats.org/officeDocument/2006/relationships/image" Target="../media/image11.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5" Type="http://schemas.openxmlformats.org/officeDocument/2006/relationships/image" Target="../media/image22.sv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046524-6DB7-44CB-9AD9-4E3191429B59}" type="doc">
      <dgm:prSet loTypeId="urn:microsoft.com/office/officeart/2018/2/layout/IconLabelList" loCatId="icon" qsTypeId="urn:microsoft.com/office/officeart/2005/8/quickstyle/simple1#1" qsCatId="simple" csTypeId="urn:microsoft.com/office/officeart/2018/5/colors/Iconchunking_neutralbg_colorful1" csCatId="colorful" phldr="1"/>
      <dgm:spPr/>
      <dgm:t>
        <a:bodyPr/>
        <a:lstStyle/>
        <a:p>
          <a:endParaRPr lang="en-US"/>
        </a:p>
      </dgm:t>
    </dgm:pt>
    <dgm:pt modelId="{7FE03697-4A40-406B-83CF-1F59C41F953D}">
      <dgm:prSet/>
      <dgm:spPr/>
      <dgm:t>
        <a:bodyPr/>
        <a:lstStyle/>
        <a:p>
          <a:r>
            <a:rPr lang="es-ES_tradnl"/>
            <a:t>Módulo 1: JavaScript (130 horas)</a:t>
          </a:r>
          <a:endParaRPr lang="en-US"/>
        </a:p>
      </dgm:t>
    </dgm:pt>
    <dgm:pt modelId="{B76D90A3-AC9F-436E-8ABB-DCC52D94621A}" type="parTrans" cxnId="{AA9CA26E-BD13-4726-8467-9E2483027584}">
      <dgm:prSet/>
      <dgm:spPr/>
      <dgm:t>
        <a:bodyPr/>
        <a:lstStyle/>
        <a:p>
          <a:endParaRPr lang="en-US"/>
        </a:p>
      </dgm:t>
    </dgm:pt>
    <dgm:pt modelId="{E70ECC0C-B28F-4D9F-9434-C82FFE63AF25}" type="sibTrans" cxnId="{AA9CA26E-BD13-4726-8467-9E2483027584}">
      <dgm:prSet/>
      <dgm:spPr/>
      <dgm:t>
        <a:bodyPr/>
        <a:lstStyle/>
        <a:p>
          <a:endParaRPr lang="en-US"/>
        </a:p>
      </dgm:t>
    </dgm:pt>
    <dgm:pt modelId="{FA64D9D9-93FB-446F-BC95-885E970E9A71}">
      <dgm:prSet/>
      <dgm:spPr/>
      <dgm:t>
        <a:bodyPr/>
        <a:lstStyle/>
        <a:p>
          <a:r>
            <a:rPr lang="es-ES_tradnl"/>
            <a:t>Módulo 2: Ionic (30 horas)</a:t>
          </a:r>
          <a:endParaRPr lang="en-US"/>
        </a:p>
      </dgm:t>
    </dgm:pt>
    <dgm:pt modelId="{527E0B12-499A-421B-A1FB-F6928C53E4A5}" type="parTrans" cxnId="{F003994A-159A-44B6-877F-CDD8890492BD}">
      <dgm:prSet/>
      <dgm:spPr/>
      <dgm:t>
        <a:bodyPr/>
        <a:lstStyle/>
        <a:p>
          <a:endParaRPr lang="en-US"/>
        </a:p>
      </dgm:t>
    </dgm:pt>
    <dgm:pt modelId="{C0575BE4-647E-4B8C-9039-BB7BC5D8FEEC}" type="sibTrans" cxnId="{F003994A-159A-44B6-877F-CDD8890492BD}">
      <dgm:prSet/>
      <dgm:spPr/>
      <dgm:t>
        <a:bodyPr/>
        <a:lstStyle/>
        <a:p>
          <a:endParaRPr lang="en-US"/>
        </a:p>
      </dgm:t>
    </dgm:pt>
    <dgm:pt modelId="{865E85B0-7163-497C-B880-22B723B06ABA}">
      <dgm:prSet/>
      <dgm:spPr/>
      <dgm:t>
        <a:bodyPr/>
        <a:lstStyle/>
        <a:p>
          <a:r>
            <a:rPr lang="es-ES_tradnl"/>
            <a:t>Horas totales: 160 horas</a:t>
          </a:r>
          <a:endParaRPr lang="en-US"/>
        </a:p>
      </dgm:t>
    </dgm:pt>
    <dgm:pt modelId="{FD798D53-E2E8-4615-B1E6-913A364F6A34}" type="parTrans" cxnId="{745C9684-6E26-4BD8-BD2A-2CA1465B8361}">
      <dgm:prSet/>
      <dgm:spPr/>
      <dgm:t>
        <a:bodyPr/>
        <a:lstStyle/>
        <a:p>
          <a:endParaRPr lang="en-US"/>
        </a:p>
      </dgm:t>
    </dgm:pt>
    <dgm:pt modelId="{CB12B5D1-375C-40C7-B639-FFC77128BFC8}" type="sibTrans" cxnId="{745C9684-6E26-4BD8-BD2A-2CA1465B8361}">
      <dgm:prSet/>
      <dgm:spPr/>
      <dgm:t>
        <a:bodyPr/>
        <a:lstStyle/>
        <a:p>
          <a:endParaRPr lang="en-US"/>
        </a:p>
      </dgm:t>
    </dgm:pt>
    <dgm:pt modelId="{D7FBA864-A654-4D4F-B047-B5BDA0225516}" type="pres">
      <dgm:prSet presAssocID="{3A046524-6DB7-44CB-9AD9-4E3191429B59}" presName="root" presStyleCnt="0">
        <dgm:presLayoutVars>
          <dgm:dir/>
          <dgm:resizeHandles val="exact"/>
        </dgm:presLayoutVars>
      </dgm:prSet>
      <dgm:spPr/>
    </dgm:pt>
    <dgm:pt modelId="{AE8BEC8E-FAB8-4118-A095-1887C37616CB}" type="pres">
      <dgm:prSet presAssocID="{7FE03697-4A40-406B-83CF-1F59C41F953D}" presName="compNode" presStyleCnt="0"/>
      <dgm:spPr/>
    </dgm:pt>
    <dgm:pt modelId="{C18D5233-273F-4817-AEC7-B07FC0121F43}" type="pres">
      <dgm:prSet presAssocID="{7FE03697-4A40-406B-83CF-1F59C41F953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ocket knife"/>
        </a:ext>
      </dgm:extLst>
    </dgm:pt>
    <dgm:pt modelId="{C0E6552E-9063-4C9D-AC9F-074FA3D273A5}" type="pres">
      <dgm:prSet presAssocID="{7FE03697-4A40-406B-83CF-1F59C41F953D}" presName="spaceRect" presStyleCnt="0"/>
      <dgm:spPr/>
    </dgm:pt>
    <dgm:pt modelId="{42605776-181D-4C51-A1DC-E352845E6D4D}" type="pres">
      <dgm:prSet presAssocID="{7FE03697-4A40-406B-83CF-1F59C41F953D}" presName="textRect" presStyleLbl="revTx" presStyleIdx="0" presStyleCnt="3">
        <dgm:presLayoutVars>
          <dgm:chMax val="1"/>
          <dgm:chPref val="1"/>
        </dgm:presLayoutVars>
      </dgm:prSet>
      <dgm:spPr/>
    </dgm:pt>
    <dgm:pt modelId="{8D53A119-C85E-4F0F-9241-158832744FF3}" type="pres">
      <dgm:prSet presAssocID="{E70ECC0C-B28F-4D9F-9434-C82FFE63AF25}" presName="sibTrans" presStyleCnt="0"/>
      <dgm:spPr/>
    </dgm:pt>
    <dgm:pt modelId="{42D226D1-51D4-4548-8EA9-85E74CFA4342}" type="pres">
      <dgm:prSet presAssocID="{FA64D9D9-93FB-446F-BC95-885E970E9A71}" presName="compNode" presStyleCnt="0"/>
      <dgm:spPr/>
    </dgm:pt>
    <dgm:pt modelId="{8FE4B4AC-98A2-4FA2-A531-97071AEEE18B}" type="pres">
      <dgm:prSet presAssocID="{FA64D9D9-93FB-446F-BC95-885E970E9A7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Átomo"/>
        </a:ext>
      </dgm:extLst>
    </dgm:pt>
    <dgm:pt modelId="{BBE7DBB8-E884-4C17-9BE3-A74E237F9C24}" type="pres">
      <dgm:prSet presAssocID="{FA64D9D9-93FB-446F-BC95-885E970E9A71}" presName="spaceRect" presStyleCnt="0"/>
      <dgm:spPr/>
    </dgm:pt>
    <dgm:pt modelId="{40F253C5-EEEC-4DB8-B9B6-3BAFE32F3997}" type="pres">
      <dgm:prSet presAssocID="{FA64D9D9-93FB-446F-BC95-885E970E9A71}" presName="textRect" presStyleLbl="revTx" presStyleIdx="1" presStyleCnt="3">
        <dgm:presLayoutVars>
          <dgm:chMax val="1"/>
          <dgm:chPref val="1"/>
        </dgm:presLayoutVars>
      </dgm:prSet>
      <dgm:spPr/>
    </dgm:pt>
    <dgm:pt modelId="{8A5F0EBA-B60F-491E-966D-27B089815E40}" type="pres">
      <dgm:prSet presAssocID="{C0575BE4-647E-4B8C-9039-BB7BC5D8FEEC}" presName="sibTrans" presStyleCnt="0"/>
      <dgm:spPr/>
    </dgm:pt>
    <dgm:pt modelId="{72646235-1314-4998-94CB-57ECB69F2BDB}" type="pres">
      <dgm:prSet presAssocID="{865E85B0-7163-497C-B880-22B723B06ABA}" presName="compNode" presStyleCnt="0"/>
      <dgm:spPr/>
    </dgm:pt>
    <dgm:pt modelId="{5D4AA6CC-AB93-46E9-8E59-0D1871A8C869}" type="pres">
      <dgm:prSet presAssocID="{865E85B0-7163-497C-B880-22B723B06ABA}"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eloj"/>
        </a:ext>
      </dgm:extLst>
    </dgm:pt>
    <dgm:pt modelId="{6D5AAA0A-0694-4B14-B033-0F81EA7510F3}" type="pres">
      <dgm:prSet presAssocID="{865E85B0-7163-497C-B880-22B723B06ABA}" presName="spaceRect" presStyleCnt="0"/>
      <dgm:spPr/>
    </dgm:pt>
    <dgm:pt modelId="{81D83EA2-9AD5-478E-AAFE-E3626B75F44F}" type="pres">
      <dgm:prSet presAssocID="{865E85B0-7163-497C-B880-22B723B06ABA}" presName="textRect" presStyleLbl="revTx" presStyleIdx="2" presStyleCnt="3">
        <dgm:presLayoutVars>
          <dgm:chMax val="1"/>
          <dgm:chPref val="1"/>
        </dgm:presLayoutVars>
      </dgm:prSet>
      <dgm:spPr/>
    </dgm:pt>
  </dgm:ptLst>
  <dgm:cxnLst>
    <dgm:cxn modelId="{F003994A-159A-44B6-877F-CDD8890492BD}" srcId="{3A046524-6DB7-44CB-9AD9-4E3191429B59}" destId="{FA64D9D9-93FB-446F-BC95-885E970E9A71}" srcOrd="1" destOrd="0" parTransId="{527E0B12-499A-421B-A1FB-F6928C53E4A5}" sibTransId="{C0575BE4-647E-4B8C-9039-BB7BC5D8FEEC}"/>
    <dgm:cxn modelId="{AA9CA26E-BD13-4726-8467-9E2483027584}" srcId="{3A046524-6DB7-44CB-9AD9-4E3191429B59}" destId="{7FE03697-4A40-406B-83CF-1F59C41F953D}" srcOrd="0" destOrd="0" parTransId="{B76D90A3-AC9F-436E-8ABB-DCC52D94621A}" sibTransId="{E70ECC0C-B28F-4D9F-9434-C82FFE63AF25}"/>
    <dgm:cxn modelId="{6B16557A-1F4B-477B-ACE7-03B5A86C2D13}" type="presOf" srcId="{865E85B0-7163-497C-B880-22B723B06ABA}" destId="{81D83EA2-9AD5-478E-AAFE-E3626B75F44F}" srcOrd="0" destOrd="0" presId="urn:microsoft.com/office/officeart/2018/2/layout/IconLabelList"/>
    <dgm:cxn modelId="{745C9684-6E26-4BD8-BD2A-2CA1465B8361}" srcId="{3A046524-6DB7-44CB-9AD9-4E3191429B59}" destId="{865E85B0-7163-497C-B880-22B723B06ABA}" srcOrd="2" destOrd="0" parTransId="{FD798D53-E2E8-4615-B1E6-913A364F6A34}" sibTransId="{CB12B5D1-375C-40C7-B639-FFC77128BFC8}"/>
    <dgm:cxn modelId="{E59B16B6-9B61-4859-B9C3-6EC2B2FB3C6E}" type="presOf" srcId="{3A046524-6DB7-44CB-9AD9-4E3191429B59}" destId="{D7FBA864-A654-4D4F-B047-B5BDA0225516}" srcOrd="0" destOrd="0" presId="urn:microsoft.com/office/officeart/2018/2/layout/IconLabelList"/>
    <dgm:cxn modelId="{CF759DC7-7916-4FD7-85FD-6DAE02F28B0E}" type="presOf" srcId="{7FE03697-4A40-406B-83CF-1F59C41F953D}" destId="{42605776-181D-4C51-A1DC-E352845E6D4D}" srcOrd="0" destOrd="0" presId="urn:microsoft.com/office/officeart/2018/2/layout/IconLabelList"/>
    <dgm:cxn modelId="{B604C2ED-1BB5-4E04-9DDB-469EAFD7C11A}" type="presOf" srcId="{FA64D9D9-93FB-446F-BC95-885E970E9A71}" destId="{40F253C5-EEEC-4DB8-B9B6-3BAFE32F3997}" srcOrd="0" destOrd="0" presId="urn:microsoft.com/office/officeart/2018/2/layout/IconLabelList"/>
    <dgm:cxn modelId="{9B797989-D61A-4F29-B88F-95120831727C}" type="presParOf" srcId="{D7FBA864-A654-4D4F-B047-B5BDA0225516}" destId="{AE8BEC8E-FAB8-4118-A095-1887C37616CB}" srcOrd="0" destOrd="0" presId="urn:microsoft.com/office/officeart/2018/2/layout/IconLabelList"/>
    <dgm:cxn modelId="{CFC4AA8A-145C-4A85-9DE9-CA562198BFB3}" type="presParOf" srcId="{AE8BEC8E-FAB8-4118-A095-1887C37616CB}" destId="{C18D5233-273F-4817-AEC7-B07FC0121F43}" srcOrd="0" destOrd="0" presId="urn:microsoft.com/office/officeart/2018/2/layout/IconLabelList"/>
    <dgm:cxn modelId="{CACCAA04-562F-4E33-BC93-169F9F54DE5B}" type="presParOf" srcId="{AE8BEC8E-FAB8-4118-A095-1887C37616CB}" destId="{C0E6552E-9063-4C9D-AC9F-074FA3D273A5}" srcOrd="1" destOrd="0" presId="urn:microsoft.com/office/officeart/2018/2/layout/IconLabelList"/>
    <dgm:cxn modelId="{023AB0F2-9DCC-408A-94B7-CCE043B3A30C}" type="presParOf" srcId="{AE8BEC8E-FAB8-4118-A095-1887C37616CB}" destId="{42605776-181D-4C51-A1DC-E352845E6D4D}" srcOrd="2" destOrd="0" presId="urn:microsoft.com/office/officeart/2018/2/layout/IconLabelList"/>
    <dgm:cxn modelId="{3D3EEA3A-87B1-4AA0-BEB6-EC7E38615A0F}" type="presParOf" srcId="{D7FBA864-A654-4D4F-B047-B5BDA0225516}" destId="{8D53A119-C85E-4F0F-9241-158832744FF3}" srcOrd="1" destOrd="0" presId="urn:microsoft.com/office/officeart/2018/2/layout/IconLabelList"/>
    <dgm:cxn modelId="{22FE8478-CA9B-4684-B855-3DA0147CDEBE}" type="presParOf" srcId="{D7FBA864-A654-4D4F-B047-B5BDA0225516}" destId="{42D226D1-51D4-4548-8EA9-85E74CFA4342}" srcOrd="2" destOrd="0" presId="urn:microsoft.com/office/officeart/2018/2/layout/IconLabelList"/>
    <dgm:cxn modelId="{81D1B698-705C-4033-8BCE-D34EF5ECB53C}" type="presParOf" srcId="{42D226D1-51D4-4548-8EA9-85E74CFA4342}" destId="{8FE4B4AC-98A2-4FA2-A531-97071AEEE18B}" srcOrd="0" destOrd="0" presId="urn:microsoft.com/office/officeart/2018/2/layout/IconLabelList"/>
    <dgm:cxn modelId="{1E0C4020-EF61-4178-913E-0C012B443D47}" type="presParOf" srcId="{42D226D1-51D4-4548-8EA9-85E74CFA4342}" destId="{BBE7DBB8-E884-4C17-9BE3-A74E237F9C24}" srcOrd="1" destOrd="0" presId="urn:microsoft.com/office/officeart/2018/2/layout/IconLabelList"/>
    <dgm:cxn modelId="{838D5F9D-89A4-49CA-A756-0C45169CAA75}" type="presParOf" srcId="{42D226D1-51D4-4548-8EA9-85E74CFA4342}" destId="{40F253C5-EEEC-4DB8-B9B6-3BAFE32F3997}" srcOrd="2" destOrd="0" presId="urn:microsoft.com/office/officeart/2018/2/layout/IconLabelList"/>
    <dgm:cxn modelId="{590726E4-4C46-401F-B75D-E6A270131BEA}" type="presParOf" srcId="{D7FBA864-A654-4D4F-B047-B5BDA0225516}" destId="{8A5F0EBA-B60F-491E-966D-27B089815E40}" srcOrd="3" destOrd="0" presId="urn:microsoft.com/office/officeart/2018/2/layout/IconLabelList"/>
    <dgm:cxn modelId="{F8E9733E-3D4B-44EA-A367-F2C17176B88A}" type="presParOf" srcId="{D7FBA864-A654-4D4F-B047-B5BDA0225516}" destId="{72646235-1314-4998-94CB-57ECB69F2BDB}" srcOrd="4" destOrd="0" presId="urn:microsoft.com/office/officeart/2018/2/layout/IconLabelList"/>
    <dgm:cxn modelId="{F1C66E7B-E8D7-4FD5-B109-66CFA65E1A46}" type="presParOf" srcId="{72646235-1314-4998-94CB-57ECB69F2BDB}" destId="{5D4AA6CC-AB93-46E9-8E59-0D1871A8C869}" srcOrd="0" destOrd="0" presId="urn:microsoft.com/office/officeart/2018/2/layout/IconLabelList"/>
    <dgm:cxn modelId="{8CF9BA60-D2CD-464B-836C-7C398F71F3DB}" type="presParOf" srcId="{72646235-1314-4998-94CB-57ECB69F2BDB}" destId="{6D5AAA0A-0694-4B14-B033-0F81EA7510F3}" srcOrd="1" destOrd="0" presId="urn:microsoft.com/office/officeart/2018/2/layout/IconLabelList"/>
    <dgm:cxn modelId="{A5045456-6231-4081-A9EB-16E53D4AEEDD}" type="presParOf" srcId="{72646235-1314-4998-94CB-57ECB69F2BDB}" destId="{81D83EA2-9AD5-478E-AAFE-E3626B75F44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F45F20-319F-4CDE-ACEA-7D53ED316965}" type="doc">
      <dgm:prSet loTypeId="urn:microsoft.com/office/officeart/2018/5/layout/IconCircleLabelList" loCatId="icon" qsTypeId="urn:microsoft.com/office/officeart/2005/8/quickstyle/simple1#2" qsCatId="simple" csTypeId="urn:microsoft.com/office/officeart/2005/8/colors/accent1_2#1" csCatId="accent1" phldr="1"/>
      <dgm:spPr/>
      <dgm:t>
        <a:bodyPr/>
        <a:lstStyle/>
        <a:p>
          <a:endParaRPr lang="en-US"/>
        </a:p>
      </dgm:t>
    </dgm:pt>
    <dgm:pt modelId="{C9419C78-EF59-43AC-A3C8-48532C0B3450}">
      <dgm:prSet/>
      <dgm:spPr/>
      <dgm:t>
        <a:bodyPr/>
        <a:lstStyle/>
        <a:p>
          <a:pPr>
            <a:lnSpc>
              <a:spcPct val="100000"/>
            </a:lnSpc>
            <a:defRPr cap="all"/>
          </a:pPr>
          <a:r>
            <a:rPr lang="en-US"/>
            <a:t>• Aprender a programar en JavaScript desde cero</a:t>
          </a:r>
        </a:p>
      </dgm:t>
    </dgm:pt>
    <dgm:pt modelId="{8CBD9166-34D8-4673-9FF5-876F35F09E05}" type="parTrans" cxnId="{2CF319AC-E4B3-42FC-93AB-502180D3C391}">
      <dgm:prSet/>
      <dgm:spPr/>
      <dgm:t>
        <a:bodyPr/>
        <a:lstStyle/>
        <a:p>
          <a:endParaRPr lang="en-US"/>
        </a:p>
      </dgm:t>
    </dgm:pt>
    <dgm:pt modelId="{F7607826-F343-4897-9799-F8DF252D3C26}" type="sibTrans" cxnId="{2CF319AC-E4B3-42FC-93AB-502180D3C391}">
      <dgm:prSet/>
      <dgm:spPr/>
      <dgm:t>
        <a:bodyPr/>
        <a:lstStyle/>
        <a:p>
          <a:endParaRPr lang="en-US"/>
        </a:p>
      </dgm:t>
    </dgm:pt>
    <dgm:pt modelId="{AFBC2E2C-F52F-43CA-B512-BBADCDA9D423}">
      <dgm:prSet/>
      <dgm:spPr/>
      <dgm:t>
        <a:bodyPr/>
        <a:lstStyle/>
        <a:p>
          <a:pPr>
            <a:lnSpc>
              <a:spcPct val="100000"/>
            </a:lnSpc>
            <a:defRPr cap="all"/>
          </a:pPr>
          <a:r>
            <a:rPr lang="en-US"/>
            <a:t>• Dominar la creación de efectos atractivos y dinámicos</a:t>
          </a:r>
        </a:p>
      </dgm:t>
    </dgm:pt>
    <dgm:pt modelId="{7C0B4DA4-0ACB-476C-AF8F-385530C5059B}" type="parTrans" cxnId="{E45CCD8B-4BCE-4E2F-B8E8-C67446E4FAB4}">
      <dgm:prSet/>
      <dgm:spPr/>
      <dgm:t>
        <a:bodyPr/>
        <a:lstStyle/>
        <a:p>
          <a:endParaRPr lang="en-US"/>
        </a:p>
      </dgm:t>
    </dgm:pt>
    <dgm:pt modelId="{CFA6C8CC-99F5-4F04-B308-91289FF76B43}" type="sibTrans" cxnId="{E45CCD8B-4BCE-4E2F-B8E8-C67446E4FAB4}">
      <dgm:prSet/>
      <dgm:spPr/>
      <dgm:t>
        <a:bodyPr/>
        <a:lstStyle/>
        <a:p>
          <a:endParaRPr lang="en-US"/>
        </a:p>
      </dgm:t>
    </dgm:pt>
    <dgm:pt modelId="{1F98A4B5-6F6C-413C-9C6A-4C7417167C55}">
      <dgm:prSet/>
      <dgm:spPr/>
      <dgm:t>
        <a:bodyPr/>
        <a:lstStyle/>
        <a:p>
          <a:pPr>
            <a:lnSpc>
              <a:spcPct val="100000"/>
            </a:lnSpc>
            <a:defRPr cap="all"/>
          </a:pPr>
          <a:r>
            <a:rPr lang="en-US"/>
            <a:t>• Manipular y modificar páginas web interactivamente</a:t>
          </a:r>
        </a:p>
      </dgm:t>
    </dgm:pt>
    <dgm:pt modelId="{962CAA80-C0BF-4B1D-8C62-56AB24801C1A}" type="parTrans" cxnId="{2D24D5F7-8B99-449A-B649-BB81815043AE}">
      <dgm:prSet/>
      <dgm:spPr/>
      <dgm:t>
        <a:bodyPr/>
        <a:lstStyle/>
        <a:p>
          <a:endParaRPr lang="en-US"/>
        </a:p>
      </dgm:t>
    </dgm:pt>
    <dgm:pt modelId="{6A340DF3-A65E-42E6-B3B7-433F4EA6D8AA}" type="sibTrans" cxnId="{2D24D5F7-8B99-449A-B649-BB81815043AE}">
      <dgm:prSet/>
      <dgm:spPr/>
      <dgm:t>
        <a:bodyPr/>
        <a:lstStyle/>
        <a:p>
          <a:endParaRPr lang="en-US"/>
        </a:p>
      </dgm:t>
    </dgm:pt>
    <dgm:pt modelId="{F5B21488-AFAE-405A-9AC0-3D4E97088437}">
      <dgm:prSet/>
      <dgm:spPr/>
      <dgm:t>
        <a:bodyPr/>
        <a:lstStyle/>
        <a:p>
          <a:pPr>
            <a:lnSpc>
              <a:spcPct val="100000"/>
            </a:lnSpc>
            <a:defRPr cap="all"/>
          </a:pPr>
          <a:r>
            <a:rPr lang="en-US"/>
            <a:t>• Desarrollar habilidades en programación avanzada</a:t>
          </a:r>
        </a:p>
      </dgm:t>
    </dgm:pt>
    <dgm:pt modelId="{E11B7B41-452C-485C-BDF7-8B1FE0F991A0}" type="parTrans" cxnId="{54F65608-F333-4407-9C05-ED78B3B5D270}">
      <dgm:prSet/>
      <dgm:spPr/>
      <dgm:t>
        <a:bodyPr/>
        <a:lstStyle/>
        <a:p>
          <a:endParaRPr lang="en-US"/>
        </a:p>
      </dgm:t>
    </dgm:pt>
    <dgm:pt modelId="{4D3646C5-8294-4C06-85B5-0124369A00B8}" type="sibTrans" cxnId="{54F65608-F333-4407-9C05-ED78B3B5D270}">
      <dgm:prSet/>
      <dgm:spPr/>
      <dgm:t>
        <a:bodyPr/>
        <a:lstStyle/>
        <a:p>
          <a:endParaRPr lang="en-US"/>
        </a:p>
      </dgm:t>
    </dgm:pt>
    <dgm:pt modelId="{4E9E62CB-8594-4B98-813B-4D5E35EB4F05}">
      <dgm:prSet/>
      <dgm:spPr/>
      <dgm:t>
        <a:bodyPr/>
        <a:lstStyle/>
        <a:p>
          <a:pPr>
            <a:lnSpc>
              <a:spcPct val="100000"/>
            </a:lnSpc>
            <a:defRPr cap="all"/>
          </a:pPr>
          <a:r>
            <a:rPr lang="en-US"/>
            <a:t>• Crear aplicaciones web profesionales y responsivas</a:t>
          </a:r>
        </a:p>
      </dgm:t>
    </dgm:pt>
    <dgm:pt modelId="{A74001A7-F254-452A-9CAB-7D9C632652A2}" type="parTrans" cxnId="{F5038D83-AA0A-4C05-A296-51F8AE738AC8}">
      <dgm:prSet/>
      <dgm:spPr/>
      <dgm:t>
        <a:bodyPr/>
        <a:lstStyle/>
        <a:p>
          <a:endParaRPr lang="en-US"/>
        </a:p>
      </dgm:t>
    </dgm:pt>
    <dgm:pt modelId="{A8E0F439-BEF7-488C-BE7B-3B11172A4B1D}" type="sibTrans" cxnId="{F5038D83-AA0A-4C05-A296-51F8AE738AC8}">
      <dgm:prSet/>
      <dgm:spPr/>
      <dgm:t>
        <a:bodyPr/>
        <a:lstStyle/>
        <a:p>
          <a:endParaRPr lang="en-US"/>
        </a:p>
      </dgm:t>
    </dgm:pt>
    <dgm:pt modelId="{92854288-511E-4BC1-A361-03538C24EF79}" type="pres">
      <dgm:prSet presAssocID="{D4F45F20-319F-4CDE-ACEA-7D53ED316965}" presName="root" presStyleCnt="0">
        <dgm:presLayoutVars>
          <dgm:dir/>
          <dgm:resizeHandles val="exact"/>
        </dgm:presLayoutVars>
      </dgm:prSet>
      <dgm:spPr/>
    </dgm:pt>
    <dgm:pt modelId="{97534E8E-0936-4CF6-B93A-2DDEC13867EA}" type="pres">
      <dgm:prSet presAssocID="{C9419C78-EF59-43AC-A3C8-48532C0B3450}" presName="compNode" presStyleCnt="0"/>
      <dgm:spPr/>
    </dgm:pt>
    <dgm:pt modelId="{CE839D4A-B847-4923-9F2D-58282C9EC46E}" type="pres">
      <dgm:prSet presAssocID="{C9419C78-EF59-43AC-A3C8-48532C0B3450}" presName="iconBgRect" presStyleLbl="bgShp" presStyleIdx="0" presStyleCnt="5"/>
      <dgm:spPr/>
    </dgm:pt>
    <dgm:pt modelId="{31484FEE-9D81-4ABE-AD88-3593D05325C1}" type="pres">
      <dgm:prSet presAssocID="{C9419C78-EF59-43AC-A3C8-48532C0B3450}"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onthly calendar"/>
        </a:ext>
      </dgm:extLst>
    </dgm:pt>
    <dgm:pt modelId="{01D255E8-1DE3-42C6-B343-1DA0AEA865EF}" type="pres">
      <dgm:prSet presAssocID="{C9419C78-EF59-43AC-A3C8-48532C0B3450}" presName="spaceRect" presStyleCnt="0"/>
      <dgm:spPr/>
    </dgm:pt>
    <dgm:pt modelId="{1382B464-AE45-4FD8-B3DC-7ABC47185E45}" type="pres">
      <dgm:prSet presAssocID="{C9419C78-EF59-43AC-A3C8-48532C0B3450}" presName="textRect" presStyleLbl="revTx" presStyleIdx="0" presStyleCnt="5">
        <dgm:presLayoutVars>
          <dgm:chMax val="1"/>
          <dgm:chPref val="1"/>
        </dgm:presLayoutVars>
      </dgm:prSet>
      <dgm:spPr/>
    </dgm:pt>
    <dgm:pt modelId="{BEC1FA43-B071-4E57-A938-6CC85873D085}" type="pres">
      <dgm:prSet presAssocID="{F7607826-F343-4897-9799-F8DF252D3C26}" presName="sibTrans" presStyleCnt="0"/>
      <dgm:spPr/>
    </dgm:pt>
    <dgm:pt modelId="{CA03D161-AE0B-42BD-A3AD-8C4065B732C3}" type="pres">
      <dgm:prSet presAssocID="{AFBC2E2C-F52F-43CA-B512-BBADCDA9D423}" presName="compNode" presStyleCnt="0"/>
      <dgm:spPr/>
    </dgm:pt>
    <dgm:pt modelId="{2D823545-DDE4-4A6B-B65B-EE2E93449BFF}" type="pres">
      <dgm:prSet presAssocID="{AFBC2E2C-F52F-43CA-B512-BBADCDA9D423}" presName="iconBgRect" presStyleLbl="bgShp" presStyleIdx="1" presStyleCnt="5"/>
      <dgm:spPr/>
    </dgm:pt>
    <dgm:pt modelId="{8E1F4E45-AEC0-4744-90EF-7E17704F0440}" type="pres">
      <dgm:prSet presAssocID="{AFBC2E2C-F52F-43CA-B512-BBADCDA9D42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apper board"/>
        </a:ext>
      </dgm:extLst>
    </dgm:pt>
    <dgm:pt modelId="{9CF46C66-DF14-4F33-80D6-87C73DFE5C71}" type="pres">
      <dgm:prSet presAssocID="{AFBC2E2C-F52F-43CA-B512-BBADCDA9D423}" presName="spaceRect" presStyleCnt="0"/>
      <dgm:spPr/>
    </dgm:pt>
    <dgm:pt modelId="{7063ABF2-D16F-460E-8548-068DA2A78D03}" type="pres">
      <dgm:prSet presAssocID="{AFBC2E2C-F52F-43CA-B512-BBADCDA9D423}" presName="textRect" presStyleLbl="revTx" presStyleIdx="1" presStyleCnt="5">
        <dgm:presLayoutVars>
          <dgm:chMax val="1"/>
          <dgm:chPref val="1"/>
        </dgm:presLayoutVars>
      </dgm:prSet>
      <dgm:spPr/>
    </dgm:pt>
    <dgm:pt modelId="{02920335-079F-49C1-9862-951CA0CB6F1A}" type="pres">
      <dgm:prSet presAssocID="{CFA6C8CC-99F5-4F04-B308-91289FF76B43}" presName="sibTrans" presStyleCnt="0"/>
      <dgm:spPr/>
    </dgm:pt>
    <dgm:pt modelId="{1B24C3FE-BD53-46F5-A58F-6D600FEB1342}" type="pres">
      <dgm:prSet presAssocID="{1F98A4B5-6F6C-413C-9C6A-4C7417167C55}" presName="compNode" presStyleCnt="0"/>
      <dgm:spPr/>
    </dgm:pt>
    <dgm:pt modelId="{6B9FAB23-2445-4F32-92BD-D45AF2F0BA2D}" type="pres">
      <dgm:prSet presAssocID="{1F98A4B5-6F6C-413C-9C6A-4C7417167C55}" presName="iconBgRect" presStyleLbl="bgShp" presStyleIdx="2" presStyleCnt="5"/>
      <dgm:spPr/>
    </dgm:pt>
    <dgm:pt modelId="{AAD78B3A-E0A8-4EB7-811C-19FF4B14BA43}" type="pres">
      <dgm:prSet presAssocID="{1F98A4B5-6F6C-413C-9C6A-4C7417167C55}"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onitor"/>
        </a:ext>
      </dgm:extLst>
    </dgm:pt>
    <dgm:pt modelId="{9137E1E7-891E-49F3-8E05-AD567E5B8248}" type="pres">
      <dgm:prSet presAssocID="{1F98A4B5-6F6C-413C-9C6A-4C7417167C55}" presName="spaceRect" presStyleCnt="0"/>
      <dgm:spPr/>
    </dgm:pt>
    <dgm:pt modelId="{108DA171-06E9-4FDA-985E-6BEF2FF4BFD0}" type="pres">
      <dgm:prSet presAssocID="{1F98A4B5-6F6C-413C-9C6A-4C7417167C55}" presName="textRect" presStyleLbl="revTx" presStyleIdx="2" presStyleCnt="5">
        <dgm:presLayoutVars>
          <dgm:chMax val="1"/>
          <dgm:chPref val="1"/>
        </dgm:presLayoutVars>
      </dgm:prSet>
      <dgm:spPr/>
    </dgm:pt>
    <dgm:pt modelId="{B5616547-4389-4A42-94F4-122A15F53795}" type="pres">
      <dgm:prSet presAssocID="{6A340DF3-A65E-42E6-B3B7-433F4EA6D8AA}" presName="sibTrans" presStyleCnt="0"/>
      <dgm:spPr/>
    </dgm:pt>
    <dgm:pt modelId="{1DDFFEA5-4EED-4CCC-B933-7BCE1625B806}" type="pres">
      <dgm:prSet presAssocID="{F5B21488-AFAE-405A-9AC0-3D4E97088437}" presName="compNode" presStyleCnt="0"/>
      <dgm:spPr/>
    </dgm:pt>
    <dgm:pt modelId="{29D3B13B-ECA1-49E3-8076-1CBC46F5286F}" type="pres">
      <dgm:prSet presAssocID="{F5B21488-AFAE-405A-9AC0-3D4E97088437}" presName="iconBgRect" presStyleLbl="bgShp" presStyleIdx="3" presStyleCnt="5"/>
      <dgm:spPr/>
    </dgm:pt>
    <dgm:pt modelId="{8EB247CE-E40C-42D1-A20E-EC87671A9C86}" type="pres">
      <dgm:prSet presAssocID="{F5B21488-AFAE-405A-9AC0-3D4E97088437}"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ibros"/>
        </a:ext>
      </dgm:extLst>
    </dgm:pt>
    <dgm:pt modelId="{01DC330C-90A9-4F6E-A479-BD0357332623}" type="pres">
      <dgm:prSet presAssocID="{F5B21488-AFAE-405A-9AC0-3D4E97088437}" presName="spaceRect" presStyleCnt="0"/>
      <dgm:spPr/>
    </dgm:pt>
    <dgm:pt modelId="{374FEC66-428E-4279-B3B1-CC7002594182}" type="pres">
      <dgm:prSet presAssocID="{F5B21488-AFAE-405A-9AC0-3D4E97088437}" presName="textRect" presStyleLbl="revTx" presStyleIdx="3" presStyleCnt="5">
        <dgm:presLayoutVars>
          <dgm:chMax val="1"/>
          <dgm:chPref val="1"/>
        </dgm:presLayoutVars>
      </dgm:prSet>
      <dgm:spPr/>
    </dgm:pt>
    <dgm:pt modelId="{FA0F5BFA-9F3F-45FA-B567-5BB7C0EED12F}" type="pres">
      <dgm:prSet presAssocID="{4D3646C5-8294-4C06-85B5-0124369A00B8}" presName="sibTrans" presStyleCnt="0"/>
      <dgm:spPr/>
    </dgm:pt>
    <dgm:pt modelId="{7F8DD132-9CDE-4214-8E7D-0D3DB6E1CA03}" type="pres">
      <dgm:prSet presAssocID="{4E9E62CB-8594-4B98-813B-4D5E35EB4F05}" presName="compNode" presStyleCnt="0"/>
      <dgm:spPr/>
    </dgm:pt>
    <dgm:pt modelId="{E8EA33AE-D5A9-4679-8A50-06F7E7701E5B}" type="pres">
      <dgm:prSet presAssocID="{4E9E62CB-8594-4B98-813B-4D5E35EB4F05}" presName="iconBgRect" presStyleLbl="bgShp" presStyleIdx="4" presStyleCnt="5"/>
      <dgm:spPr/>
    </dgm:pt>
    <dgm:pt modelId="{FD24FA87-F7C5-4816-B259-B9A8FC4F7619}" type="pres">
      <dgm:prSet presAssocID="{4E9E62CB-8594-4B98-813B-4D5E35EB4F0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Portátil"/>
        </a:ext>
      </dgm:extLst>
    </dgm:pt>
    <dgm:pt modelId="{BC0AC0B7-CEAE-43DA-8044-2EE479BB249E}" type="pres">
      <dgm:prSet presAssocID="{4E9E62CB-8594-4B98-813B-4D5E35EB4F05}" presName="spaceRect" presStyleCnt="0"/>
      <dgm:spPr/>
    </dgm:pt>
    <dgm:pt modelId="{7EAFA840-52AF-4DE9-85FC-4D286283D853}" type="pres">
      <dgm:prSet presAssocID="{4E9E62CB-8594-4B98-813B-4D5E35EB4F05}" presName="textRect" presStyleLbl="revTx" presStyleIdx="4" presStyleCnt="5">
        <dgm:presLayoutVars>
          <dgm:chMax val="1"/>
          <dgm:chPref val="1"/>
        </dgm:presLayoutVars>
      </dgm:prSet>
      <dgm:spPr/>
    </dgm:pt>
  </dgm:ptLst>
  <dgm:cxnLst>
    <dgm:cxn modelId="{AB15E106-08E2-455E-A71B-0054ACE105AA}" type="presOf" srcId="{1F98A4B5-6F6C-413C-9C6A-4C7417167C55}" destId="{108DA171-06E9-4FDA-985E-6BEF2FF4BFD0}" srcOrd="0" destOrd="0" presId="urn:microsoft.com/office/officeart/2018/5/layout/IconCircleLabelList"/>
    <dgm:cxn modelId="{54F65608-F333-4407-9C05-ED78B3B5D270}" srcId="{D4F45F20-319F-4CDE-ACEA-7D53ED316965}" destId="{F5B21488-AFAE-405A-9AC0-3D4E97088437}" srcOrd="3" destOrd="0" parTransId="{E11B7B41-452C-485C-BDF7-8B1FE0F991A0}" sibTransId="{4D3646C5-8294-4C06-85B5-0124369A00B8}"/>
    <dgm:cxn modelId="{78D7160A-69C9-4336-B5AD-1990610C4C33}" type="presOf" srcId="{C9419C78-EF59-43AC-A3C8-48532C0B3450}" destId="{1382B464-AE45-4FD8-B3DC-7ABC47185E45}" srcOrd="0" destOrd="0" presId="urn:microsoft.com/office/officeart/2018/5/layout/IconCircleLabelList"/>
    <dgm:cxn modelId="{F2808F47-B4F6-444D-A7B3-F11F442A032A}" type="presOf" srcId="{D4F45F20-319F-4CDE-ACEA-7D53ED316965}" destId="{92854288-511E-4BC1-A361-03538C24EF79}" srcOrd="0" destOrd="0" presId="urn:microsoft.com/office/officeart/2018/5/layout/IconCircleLabelList"/>
    <dgm:cxn modelId="{9682996D-C29A-4897-9ACE-4E51FC2BD183}" type="presOf" srcId="{4E9E62CB-8594-4B98-813B-4D5E35EB4F05}" destId="{7EAFA840-52AF-4DE9-85FC-4D286283D853}" srcOrd="0" destOrd="0" presId="urn:microsoft.com/office/officeart/2018/5/layout/IconCircleLabelList"/>
    <dgm:cxn modelId="{F5038D83-AA0A-4C05-A296-51F8AE738AC8}" srcId="{D4F45F20-319F-4CDE-ACEA-7D53ED316965}" destId="{4E9E62CB-8594-4B98-813B-4D5E35EB4F05}" srcOrd="4" destOrd="0" parTransId="{A74001A7-F254-452A-9CAB-7D9C632652A2}" sibTransId="{A8E0F439-BEF7-488C-BE7B-3B11172A4B1D}"/>
    <dgm:cxn modelId="{E45CCD8B-4BCE-4E2F-B8E8-C67446E4FAB4}" srcId="{D4F45F20-319F-4CDE-ACEA-7D53ED316965}" destId="{AFBC2E2C-F52F-43CA-B512-BBADCDA9D423}" srcOrd="1" destOrd="0" parTransId="{7C0B4DA4-0ACB-476C-AF8F-385530C5059B}" sibTransId="{CFA6C8CC-99F5-4F04-B308-91289FF76B43}"/>
    <dgm:cxn modelId="{5F66CD8B-156F-44AD-BCCE-440515B193F8}" type="presOf" srcId="{F5B21488-AFAE-405A-9AC0-3D4E97088437}" destId="{374FEC66-428E-4279-B3B1-CC7002594182}" srcOrd="0" destOrd="0" presId="urn:microsoft.com/office/officeart/2018/5/layout/IconCircleLabelList"/>
    <dgm:cxn modelId="{2CF319AC-E4B3-42FC-93AB-502180D3C391}" srcId="{D4F45F20-319F-4CDE-ACEA-7D53ED316965}" destId="{C9419C78-EF59-43AC-A3C8-48532C0B3450}" srcOrd="0" destOrd="0" parTransId="{8CBD9166-34D8-4673-9FF5-876F35F09E05}" sibTransId="{F7607826-F343-4897-9799-F8DF252D3C26}"/>
    <dgm:cxn modelId="{2D2727D5-CB21-4A61-B225-FED12F817493}" type="presOf" srcId="{AFBC2E2C-F52F-43CA-B512-BBADCDA9D423}" destId="{7063ABF2-D16F-460E-8548-068DA2A78D03}" srcOrd="0" destOrd="0" presId="urn:microsoft.com/office/officeart/2018/5/layout/IconCircleLabelList"/>
    <dgm:cxn modelId="{2D24D5F7-8B99-449A-B649-BB81815043AE}" srcId="{D4F45F20-319F-4CDE-ACEA-7D53ED316965}" destId="{1F98A4B5-6F6C-413C-9C6A-4C7417167C55}" srcOrd="2" destOrd="0" parTransId="{962CAA80-C0BF-4B1D-8C62-56AB24801C1A}" sibTransId="{6A340DF3-A65E-42E6-B3B7-433F4EA6D8AA}"/>
    <dgm:cxn modelId="{BB7539B9-2382-4C67-852B-BB05DABD4C3A}" type="presParOf" srcId="{92854288-511E-4BC1-A361-03538C24EF79}" destId="{97534E8E-0936-4CF6-B93A-2DDEC13867EA}" srcOrd="0" destOrd="0" presId="urn:microsoft.com/office/officeart/2018/5/layout/IconCircleLabelList"/>
    <dgm:cxn modelId="{9DF37BF2-31FF-4820-A0CC-34EC59AC38C8}" type="presParOf" srcId="{97534E8E-0936-4CF6-B93A-2DDEC13867EA}" destId="{CE839D4A-B847-4923-9F2D-58282C9EC46E}" srcOrd="0" destOrd="0" presId="urn:microsoft.com/office/officeart/2018/5/layout/IconCircleLabelList"/>
    <dgm:cxn modelId="{3F57D315-4051-44D5-9ADB-8DE0E9EA7EC7}" type="presParOf" srcId="{97534E8E-0936-4CF6-B93A-2DDEC13867EA}" destId="{31484FEE-9D81-4ABE-AD88-3593D05325C1}" srcOrd="1" destOrd="0" presId="urn:microsoft.com/office/officeart/2018/5/layout/IconCircleLabelList"/>
    <dgm:cxn modelId="{D0921431-9EC4-4FBF-9DEE-08DF8BCF7B7F}" type="presParOf" srcId="{97534E8E-0936-4CF6-B93A-2DDEC13867EA}" destId="{01D255E8-1DE3-42C6-B343-1DA0AEA865EF}" srcOrd="2" destOrd="0" presId="urn:microsoft.com/office/officeart/2018/5/layout/IconCircleLabelList"/>
    <dgm:cxn modelId="{AB6173C4-7BD4-4D76-9DFA-33F40318306C}" type="presParOf" srcId="{97534E8E-0936-4CF6-B93A-2DDEC13867EA}" destId="{1382B464-AE45-4FD8-B3DC-7ABC47185E45}" srcOrd="3" destOrd="0" presId="urn:microsoft.com/office/officeart/2018/5/layout/IconCircleLabelList"/>
    <dgm:cxn modelId="{49D28D0F-416C-4DF7-94A3-A00C2864C2EE}" type="presParOf" srcId="{92854288-511E-4BC1-A361-03538C24EF79}" destId="{BEC1FA43-B071-4E57-A938-6CC85873D085}" srcOrd="1" destOrd="0" presId="urn:microsoft.com/office/officeart/2018/5/layout/IconCircleLabelList"/>
    <dgm:cxn modelId="{0C0EFF17-84F0-43BE-A90C-5792776E8374}" type="presParOf" srcId="{92854288-511E-4BC1-A361-03538C24EF79}" destId="{CA03D161-AE0B-42BD-A3AD-8C4065B732C3}" srcOrd="2" destOrd="0" presId="urn:microsoft.com/office/officeart/2018/5/layout/IconCircleLabelList"/>
    <dgm:cxn modelId="{38B5A274-900D-4968-A25E-F0B257570201}" type="presParOf" srcId="{CA03D161-AE0B-42BD-A3AD-8C4065B732C3}" destId="{2D823545-DDE4-4A6B-B65B-EE2E93449BFF}" srcOrd="0" destOrd="0" presId="urn:microsoft.com/office/officeart/2018/5/layout/IconCircleLabelList"/>
    <dgm:cxn modelId="{C5A919B9-105A-4764-BDCD-252BEBF1A61D}" type="presParOf" srcId="{CA03D161-AE0B-42BD-A3AD-8C4065B732C3}" destId="{8E1F4E45-AEC0-4744-90EF-7E17704F0440}" srcOrd="1" destOrd="0" presId="urn:microsoft.com/office/officeart/2018/5/layout/IconCircleLabelList"/>
    <dgm:cxn modelId="{D78142D8-EE82-4E3D-847A-FE77805D8707}" type="presParOf" srcId="{CA03D161-AE0B-42BD-A3AD-8C4065B732C3}" destId="{9CF46C66-DF14-4F33-80D6-87C73DFE5C71}" srcOrd="2" destOrd="0" presId="urn:microsoft.com/office/officeart/2018/5/layout/IconCircleLabelList"/>
    <dgm:cxn modelId="{849D268D-3703-4613-B59A-EB438688475A}" type="presParOf" srcId="{CA03D161-AE0B-42BD-A3AD-8C4065B732C3}" destId="{7063ABF2-D16F-460E-8548-068DA2A78D03}" srcOrd="3" destOrd="0" presId="urn:microsoft.com/office/officeart/2018/5/layout/IconCircleLabelList"/>
    <dgm:cxn modelId="{EE4C7950-A245-4D94-8A77-94CC0BF36F90}" type="presParOf" srcId="{92854288-511E-4BC1-A361-03538C24EF79}" destId="{02920335-079F-49C1-9862-951CA0CB6F1A}" srcOrd="3" destOrd="0" presId="urn:microsoft.com/office/officeart/2018/5/layout/IconCircleLabelList"/>
    <dgm:cxn modelId="{25677839-7205-4076-80A5-175C4FFE860D}" type="presParOf" srcId="{92854288-511E-4BC1-A361-03538C24EF79}" destId="{1B24C3FE-BD53-46F5-A58F-6D600FEB1342}" srcOrd="4" destOrd="0" presId="urn:microsoft.com/office/officeart/2018/5/layout/IconCircleLabelList"/>
    <dgm:cxn modelId="{A10AA1C5-6950-4057-AE47-A2928519B76B}" type="presParOf" srcId="{1B24C3FE-BD53-46F5-A58F-6D600FEB1342}" destId="{6B9FAB23-2445-4F32-92BD-D45AF2F0BA2D}" srcOrd="0" destOrd="0" presId="urn:microsoft.com/office/officeart/2018/5/layout/IconCircleLabelList"/>
    <dgm:cxn modelId="{EBB3C3C7-331F-4589-8B0C-DF8C7AE555FF}" type="presParOf" srcId="{1B24C3FE-BD53-46F5-A58F-6D600FEB1342}" destId="{AAD78B3A-E0A8-4EB7-811C-19FF4B14BA43}" srcOrd="1" destOrd="0" presId="urn:microsoft.com/office/officeart/2018/5/layout/IconCircleLabelList"/>
    <dgm:cxn modelId="{91E034C4-9096-41DF-A37F-D05F17940449}" type="presParOf" srcId="{1B24C3FE-BD53-46F5-A58F-6D600FEB1342}" destId="{9137E1E7-891E-49F3-8E05-AD567E5B8248}" srcOrd="2" destOrd="0" presId="urn:microsoft.com/office/officeart/2018/5/layout/IconCircleLabelList"/>
    <dgm:cxn modelId="{B2464810-DA8A-44B5-872D-0EFA9F6684DE}" type="presParOf" srcId="{1B24C3FE-BD53-46F5-A58F-6D600FEB1342}" destId="{108DA171-06E9-4FDA-985E-6BEF2FF4BFD0}" srcOrd="3" destOrd="0" presId="urn:microsoft.com/office/officeart/2018/5/layout/IconCircleLabelList"/>
    <dgm:cxn modelId="{906306AA-EA32-4FF6-A858-6D9C7CE104F0}" type="presParOf" srcId="{92854288-511E-4BC1-A361-03538C24EF79}" destId="{B5616547-4389-4A42-94F4-122A15F53795}" srcOrd="5" destOrd="0" presId="urn:microsoft.com/office/officeart/2018/5/layout/IconCircleLabelList"/>
    <dgm:cxn modelId="{C019BB6C-8BEA-45FB-BA29-E3778DEFC1FA}" type="presParOf" srcId="{92854288-511E-4BC1-A361-03538C24EF79}" destId="{1DDFFEA5-4EED-4CCC-B933-7BCE1625B806}" srcOrd="6" destOrd="0" presId="urn:microsoft.com/office/officeart/2018/5/layout/IconCircleLabelList"/>
    <dgm:cxn modelId="{1AEA4227-C938-471A-8325-0DCB7DD8A5E6}" type="presParOf" srcId="{1DDFFEA5-4EED-4CCC-B933-7BCE1625B806}" destId="{29D3B13B-ECA1-49E3-8076-1CBC46F5286F}" srcOrd="0" destOrd="0" presId="urn:microsoft.com/office/officeart/2018/5/layout/IconCircleLabelList"/>
    <dgm:cxn modelId="{2A5E1991-D7E9-4F9D-BD7E-15CCBE419D58}" type="presParOf" srcId="{1DDFFEA5-4EED-4CCC-B933-7BCE1625B806}" destId="{8EB247CE-E40C-42D1-A20E-EC87671A9C86}" srcOrd="1" destOrd="0" presId="urn:microsoft.com/office/officeart/2018/5/layout/IconCircleLabelList"/>
    <dgm:cxn modelId="{B38B6AF6-38DD-4056-B2E3-2243A94CCF40}" type="presParOf" srcId="{1DDFFEA5-4EED-4CCC-B933-7BCE1625B806}" destId="{01DC330C-90A9-4F6E-A479-BD0357332623}" srcOrd="2" destOrd="0" presId="urn:microsoft.com/office/officeart/2018/5/layout/IconCircleLabelList"/>
    <dgm:cxn modelId="{D044F3D1-30AC-4F0B-B163-7A6564C5198B}" type="presParOf" srcId="{1DDFFEA5-4EED-4CCC-B933-7BCE1625B806}" destId="{374FEC66-428E-4279-B3B1-CC7002594182}" srcOrd="3" destOrd="0" presId="urn:microsoft.com/office/officeart/2018/5/layout/IconCircleLabelList"/>
    <dgm:cxn modelId="{132ADEC8-EC9E-47C5-A895-08B0CE22DAEB}" type="presParOf" srcId="{92854288-511E-4BC1-A361-03538C24EF79}" destId="{FA0F5BFA-9F3F-45FA-B567-5BB7C0EED12F}" srcOrd="7" destOrd="0" presId="urn:microsoft.com/office/officeart/2018/5/layout/IconCircleLabelList"/>
    <dgm:cxn modelId="{D7627C3C-1751-413A-94D4-CF0170FDFD4C}" type="presParOf" srcId="{92854288-511E-4BC1-A361-03538C24EF79}" destId="{7F8DD132-9CDE-4214-8E7D-0D3DB6E1CA03}" srcOrd="8" destOrd="0" presId="urn:microsoft.com/office/officeart/2018/5/layout/IconCircleLabelList"/>
    <dgm:cxn modelId="{CFC6CA19-B8C2-4931-9723-5E2F9B49A2C0}" type="presParOf" srcId="{7F8DD132-9CDE-4214-8E7D-0D3DB6E1CA03}" destId="{E8EA33AE-D5A9-4679-8A50-06F7E7701E5B}" srcOrd="0" destOrd="0" presId="urn:microsoft.com/office/officeart/2018/5/layout/IconCircleLabelList"/>
    <dgm:cxn modelId="{0007CDEC-E946-47EC-8119-CCCE0FABFFDF}" type="presParOf" srcId="{7F8DD132-9CDE-4214-8E7D-0D3DB6E1CA03}" destId="{FD24FA87-F7C5-4816-B259-B9A8FC4F7619}" srcOrd="1" destOrd="0" presId="urn:microsoft.com/office/officeart/2018/5/layout/IconCircleLabelList"/>
    <dgm:cxn modelId="{3A19B778-D942-4E69-B48C-D8BD54D66DAE}" type="presParOf" srcId="{7F8DD132-9CDE-4214-8E7D-0D3DB6E1CA03}" destId="{BC0AC0B7-CEAE-43DA-8044-2EE479BB249E}" srcOrd="2" destOrd="0" presId="urn:microsoft.com/office/officeart/2018/5/layout/IconCircleLabelList"/>
    <dgm:cxn modelId="{7ABDD85F-456D-4500-A070-28099D956265}" type="presParOf" srcId="{7F8DD132-9CDE-4214-8E7D-0D3DB6E1CA03}" destId="{7EAFA840-52AF-4DE9-85FC-4D286283D85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228EDD-C1BC-417E-8D22-20E9770CCBEF}" type="doc">
      <dgm:prSet loTypeId="urn:microsoft.com/office/officeart/2005/8/layout/vList2" loCatId="list" qsTypeId="urn:microsoft.com/office/officeart/2005/8/quickstyle/simple1#3" qsCatId="simple" csTypeId="urn:microsoft.com/office/officeart/2005/8/colors/accent1_2#2" csCatId="accent1"/>
      <dgm:spPr/>
      <dgm:t>
        <a:bodyPr/>
        <a:lstStyle/>
        <a:p>
          <a:endParaRPr lang="en-US"/>
        </a:p>
      </dgm:t>
    </dgm:pt>
    <dgm:pt modelId="{35C24F1F-EE1F-4C01-B281-6F81AD0B19B3}">
      <dgm:prSet/>
      <dgm:spPr/>
      <dgm:t>
        <a:bodyPr/>
        <a:lstStyle/>
        <a:p>
          <a:r>
            <a:rPr lang="en-US"/>
            <a:t>• ¿Qué es JavaScript?</a:t>
          </a:r>
        </a:p>
      </dgm:t>
    </dgm:pt>
    <dgm:pt modelId="{88BFC70D-88E3-46F8-B1FD-DBC925041A8D}" type="parTrans" cxnId="{5CC53A0C-A0EE-45BC-A821-269A8AF89B72}">
      <dgm:prSet/>
      <dgm:spPr/>
      <dgm:t>
        <a:bodyPr/>
        <a:lstStyle/>
        <a:p>
          <a:endParaRPr lang="en-US"/>
        </a:p>
      </dgm:t>
    </dgm:pt>
    <dgm:pt modelId="{FF01537A-AE83-4FDD-A3A0-228F37DE8E63}" type="sibTrans" cxnId="{5CC53A0C-A0EE-45BC-A821-269A8AF89B72}">
      <dgm:prSet/>
      <dgm:spPr/>
      <dgm:t>
        <a:bodyPr/>
        <a:lstStyle/>
        <a:p>
          <a:endParaRPr lang="en-US"/>
        </a:p>
      </dgm:t>
    </dgm:pt>
    <dgm:pt modelId="{D613284D-0629-4B07-89DC-BA1DE13AAC98}">
      <dgm:prSet/>
      <dgm:spPr/>
      <dgm:t>
        <a:bodyPr/>
        <a:lstStyle/>
        <a:p>
          <a:r>
            <a:rPr lang="en-US"/>
            <a:t>• Historia y evolución del lenguaje</a:t>
          </a:r>
        </a:p>
      </dgm:t>
    </dgm:pt>
    <dgm:pt modelId="{A59E7CC4-0325-47DD-A79F-796EE338DA5F}" type="parTrans" cxnId="{94A49BD1-3D99-44EB-B213-3A7A7CFE2829}">
      <dgm:prSet/>
      <dgm:spPr/>
      <dgm:t>
        <a:bodyPr/>
        <a:lstStyle/>
        <a:p>
          <a:endParaRPr lang="en-US"/>
        </a:p>
      </dgm:t>
    </dgm:pt>
    <dgm:pt modelId="{1BBDA4C6-EDF4-42EE-98E6-538E9772419E}" type="sibTrans" cxnId="{94A49BD1-3D99-44EB-B213-3A7A7CFE2829}">
      <dgm:prSet/>
      <dgm:spPr/>
      <dgm:t>
        <a:bodyPr/>
        <a:lstStyle/>
        <a:p>
          <a:endParaRPr lang="en-US"/>
        </a:p>
      </dgm:t>
    </dgm:pt>
    <dgm:pt modelId="{15E49663-AB64-4A61-850C-8E0F1223DB94}">
      <dgm:prSet/>
      <dgm:spPr/>
      <dgm:t>
        <a:bodyPr/>
        <a:lstStyle/>
        <a:p>
          <a:r>
            <a:rPr lang="en-US"/>
            <a:t>• JavaScript en navegadores modernos</a:t>
          </a:r>
        </a:p>
      </dgm:t>
    </dgm:pt>
    <dgm:pt modelId="{FAEC7785-7B60-49B3-A9F7-E2079F2E1571}" type="parTrans" cxnId="{DEBBF619-B98D-473B-ADA7-0918BC123C0E}">
      <dgm:prSet/>
      <dgm:spPr/>
      <dgm:t>
        <a:bodyPr/>
        <a:lstStyle/>
        <a:p>
          <a:endParaRPr lang="en-US"/>
        </a:p>
      </dgm:t>
    </dgm:pt>
    <dgm:pt modelId="{68922C18-CD49-461C-9B7D-2932063E20FC}" type="sibTrans" cxnId="{DEBBF619-B98D-473B-ADA7-0918BC123C0E}">
      <dgm:prSet/>
      <dgm:spPr/>
      <dgm:t>
        <a:bodyPr/>
        <a:lstStyle/>
        <a:p>
          <a:endParaRPr lang="en-US"/>
        </a:p>
      </dgm:t>
    </dgm:pt>
    <dgm:pt modelId="{6294E3A0-433D-4BE6-A7DA-A57698DCCE04}">
      <dgm:prSet/>
      <dgm:spPr/>
      <dgm:t>
        <a:bodyPr/>
        <a:lstStyle/>
        <a:p>
          <a:r>
            <a:rPr lang="en-US"/>
            <a:t>• Primer programa: ¡Hola Mundo!</a:t>
          </a:r>
        </a:p>
      </dgm:t>
    </dgm:pt>
    <dgm:pt modelId="{67B830AA-9538-4C49-83BC-EF83A1362765}" type="parTrans" cxnId="{E04B780C-6246-481E-BC53-8CCC197CF0C3}">
      <dgm:prSet/>
      <dgm:spPr/>
      <dgm:t>
        <a:bodyPr/>
        <a:lstStyle/>
        <a:p>
          <a:endParaRPr lang="en-US"/>
        </a:p>
      </dgm:t>
    </dgm:pt>
    <dgm:pt modelId="{EC75702B-52CE-48F3-A285-A160A2D9B68D}" type="sibTrans" cxnId="{E04B780C-6246-481E-BC53-8CCC197CF0C3}">
      <dgm:prSet/>
      <dgm:spPr/>
      <dgm:t>
        <a:bodyPr/>
        <a:lstStyle/>
        <a:p>
          <a:endParaRPr lang="en-US"/>
        </a:p>
      </dgm:t>
    </dgm:pt>
    <dgm:pt modelId="{EB068A07-0D48-44F9-8713-10F9C74CD8BB}">
      <dgm:prSet/>
      <dgm:spPr/>
      <dgm:t>
        <a:bodyPr/>
        <a:lstStyle/>
        <a:p>
          <a:r>
            <a:rPr lang="en-US"/>
            <a:t>• Consola de desarrollador</a:t>
          </a:r>
        </a:p>
      </dgm:t>
    </dgm:pt>
    <dgm:pt modelId="{FA4E3749-252E-4CF0-B431-3201AC2AE8F2}" type="parTrans" cxnId="{24D92C5C-57F8-4197-A884-58E73F3D85C1}">
      <dgm:prSet/>
      <dgm:spPr/>
      <dgm:t>
        <a:bodyPr/>
        <a:lstStyle/>
        <a:p>
          <a:endParaRPr lang="en-US"/>
        </a:p>
      </dgm:t>
    </dgm:pt>
    <dgm:pt modelId="{6A5E8CB6-BEA9-4263-BB2C-45D23668B0D1}" type="sibTrans" cxnId="{24D92C5C-57F8-4197-A884-58E73F3D85C1}">
      <dgm:prSet/>
      <dgm:spPr/>
      <dgm:t>
        <a:bodyPr/>
        <a:lstStyle/>
        <a:p>
          <a:endParaRPr lang="en-US"/>
        </a:p>
      </dgm:t>
    </dgm:pt>
    <dgm:pt modelId="{CA437593-543B-493D-B386-69B29FD34C95}" type="pres">
      <dgm:prSet presAssocID="{7C228EDD-C1BC-417E-8D22-20E9770CCBEF}" presName="linear" presStyleCnt="0">
        <dgm:presLayoutVars>
          <dgm:animLvl val="lvl"/>
          <dgm:resizeHandles val="exact"/>
        </dgm:presLayoutVars>
      </dgm:prSet>
      <dgm:spPr/>
    </dgm:pt>
    <dgm:pt modelId="{113C0068-962D-4A98-A87B-2781892B463E}" type="pres">
      <dgm:prSet presAssocID="{35C24F1F-EE1F-4C01-B281-6F81AD0B19B3}" presName="parentText" presStyleLbl="node1" presStyleIdx="0" presStyleCnt="5">
        <dgm:presLayoutVars>
          <dgm:chMax val="0"/>
          <dgm:bulletEnabled val="1"/>
        </dgm:presLayoutVars>
      </dgm:prSet>
      <dgm:spPr/>
    </dgm:pt>
    <dgm:pt modelId="{8D8B362C-383F-4C4E-8015-2C5CCD7B409E}" type="pres">
      <dgm:prSet presAssocID="{FF01537A-AE83-4FDD-A3A0-228F37DE8E63}" presName="spacer" presStyleCnt="0"/>
      <dgm:spPr/>
    </dgm:pt>
    <dgm:pt modelId="{FF0B36A9-BBAD-4462-84FF-DACBE345E85C}" type="pres">
      <dgm:prSet presAssocID="{D613284D-0629-4B07-89DC-BA1DE13AAC98}" presName="parentText" presStyleLbl="node1" presStyleIdx="1" presStyleCnt="5">
        <dgm:presLayoutVars>
          <dgm:chMax val="0"/>
          <dgm:bulletEnabled val="1"/>
        </dgm:presLayoutVars>
      </dgm:prSet>
      <dgm:spPr/>
    </dgm:pt>
    <dgm:pt modelId="{F936DE6E-93AF-470C-A68E-9E0DB507B472}" type="pres">
      <dgm:prSet presAssocID="{1BBDA4C6-EDF4-42EE-98E6-538E9772419E}" presName="spacer" presStyleCnt="0"/>
      <dgm:spPr/>
    </dgm:pt>
    <dgm:pt modelId="{D70D8F28-3585-48BA-8A10-4CEBB9A9CE2F}" type="pres">
      <dgm:prSet presAssocID="{15E49663-AB64-4A61-850C-8E0F1223DB94}" presName="parentText" presStyleLbl="node1" presStyleIdx="2" presStyleCnt="5">
        <dgm:presLayoutVars>
          <dgm:chMax val="0"/>
          <dgm:bulletEnabled val="1"/>
        </dgm:presLayoutVars>
      </dgm:prSet>
      <dgm:spPr/>
    </dgm:pt>
    <dgm:pt modelId="{2FEB8F5B-A907-4B78-86AB-FD6A8C85B9B1}" type="pres">
      <dgm:prSet presAssocID="{68922C18-CD49-461C-9B7D-2932063E20FC}" presName="spacer" presStyleCnt="0"/>
      <dgm:spPr/>
    </dgm:pt>
    <dgm:pt modelId="{C2A03854-9590-4DA3-B3F8-F4B0BD836263}" type="pres">
      <dgm:prSet presAssocID="{6294E3A0-433D-4BE6-A7DA-A57698DCCE04}" presName="parentText" presStyleLbl="node1" presStyleIdx="3" presStyleCnt="5">
        <dgm:presLayoutVars>
          <dgm:chMax val="0"/>
          <dgm:bulletEnabled val="1"/>
        </dgm:presLayoutVars>
      </dgm:prSet>
      <dgm:spPr/>
    </dgm:pt>
    <dgm:pt modelId="{91F5C7E8-F4D9-4B0A-8FB7-A2BDF1EE85E9}" type="pres">
      <dgm:prSet presAssocID="{EC75702B-52CE-48F3-A285-A160A2D9B68D}" presName="spacer" presStyleCnt="0"/>
      <dgm:spPr/>
    </dgm:pt>
    <dgm:pt modelId="{1C724F5E-B737-4B5F-A277-9BF8D1F3A5D3}" type="pres">
      <dgm:prSet presAssocID="{EB068A07-0D48-44F9-8713-10F9C74CD8BB}" presName="parentText" presStyleLbl="node1" presStyleIdx="4" presStyleCnt="5">
        <dgm:presLayoutVars>
          <dgm:chMax val="0"/>
          <dgm:bulletEnabled val="1"/>
        </dgm:presLayoutVars>
      </dgm:prSet>
      <dgm:spPr/>
    </dgm:pt>
  </dgm:ptLst>
  <dgm:cxnLst>
    <dgm:cxn modelId="{5CC53A0C-A0EE-45BC-A821-269A8AF89B72}" srcId="{7C228EDD-C1BC-417E-8D22-20E9770CCBEF}" destId="{35C24F1F-EE1F-4C01-B281-6F81AD0B19B3}" srcOrd="0" destOrd="0" parTransId="{88BFC70D-88E3-46F8-B1FD-DBC925041A8D}" sibTransId="{FF01537A-AE83-4FDD-A3A0-228F37DE8E63}"/>
    <dgm:cxn modelId="{E04B780C-6246-481E-BC53-8CCC197CF0C3}" srcId="{7C228EDD-C1BC-417E-8D22-20E9770CCBEF}" destId="{6294E3A0-433D-4BE6-A7DA-A57698DCCE04}" srcOrd="3" destOrd="0" parTransId="{67B830AA-9538-4C49-83BC-EF83A1362765}" sibTransId="{EC75702B-52CE-48F3-A285-A160A2D9B68D}"/>
    <dgm:cxn modelId="{DEBBF619-B98D-473B-ADA7-0918BC123C0E}" srcId="{7C228EDD-C1BC-417E-8D22-20E9770CCBEF}" destId="{15E49663-AB64-4A61-850C-8E0F1223DB94}" srcOrd="2" destOrd="0" parTransId="{FAEC7785-7B60-49B3-A9F7-E2079F2E1571}" sibTransId="{68922C18-CD49-461C-9B7D-2932063E20FC}"/>
    <dgm:cxn modelId="{24D92C5C-57F8-4197-A884-58E73F3D85C1}" srcId="{7C228EDD-C1BC-417E-8D22-20E9770CCBEF}" destId="{EB068A07-0D48-44F9-8713-10F9C74CD8BB}" srcOrd="4" destOrd="0" parTransId="{FA4E3749-252E-4CF0-B431-3201AC2AE8F2}" sibTransId="{6A5E8CB6-BEA9-4263-BB2C-45D23668B0D1}"/>
    <dgm:cxn modelId="{909ED288-4B10-4D70-A637-2810FBAB7019}" type="presOf" srcId="{6294E3A0-433D-4BE6-A7DA-A57698DCCE04}" destId="{C2A03854-9590-4DA3-B3F8-F4B0BD836263}" srcOrd="0" destOrd="0" presId="urn:microsoft.com/office/officeart/2005/8/layout/vList2"/>
    <dgm:cxn modelId="{43375597-CB0F-4301-AB27-E8D0E895D7E5}" type="presOf" srcId="{7C228EDD-C1BC-417E-8D22-20E9770CCBEF}" destId="{CA437593-543B-493D-B386-69B29FD34C95}" srcOrd="0" destOrd="0" presId="urn:microsoft.com/office/officeart/2005/8/layout/vList2"/>
    <dgm:cxn modelId="{DE82CA9F-12D1-4799-95D2-F9BCD92C04B7}" type="presOf" srcId="{15E49663-AB64-4A61-850C-8E0F1223DB94}" destId="{D70D8F28-3585-48BA-8A10-4CEBB9A9CE2F}" srcOrd="0" destOrd="0" presId="urn:microsoft.com/office/officeart/2005/8/layout/vList2"/>
    <dgm:cxn modelId="{DB38AFA2-6822-436F-A598-A39C5B182A7D}" type="presOf" srcId="{D613284D-0629-4B07-89DC-BA1DE13AAC98}" destId="{FF0B36A9-BBAD-4462-84FF-DACBE345E85C}" srcOrd="0" destOrd="0" presId="urn:microsoft.com/office/officeart/2005/8/layout/vList2"/>
    <dgm:cxn modelId="{B39207B5-9508-4A5C-8E6D-4BA8F1FB5891}" type="presOf" srcId="{EB068A07-0D48-44F9-8713-10F9C74CD8BB}" destId="{1C724F5E-B737-4B5F-A277-9BF8D1F3A5D3}" srcOrd="0" destOrd="0" presId="urn:microsoft.com/office/officeart/2005/8/layout/vList2"/>
    <dgm:cxn modelId="{64B650B5-E7EB-4DDF-A199-96449010FC73}" type="presOf" srcId="{35C24F1F-EE1F-4C01-B281-6F81AD0B19B3}" destId="{113C0068-962D-4A98-A87B-2781892B463E}" srcOrd="0" destOrd="0" presId="urn:microsoft.com/office/officeart/2005/8/layout/vList2"/>
    <dgm:cxn modelId="{94A49BD1-3D99-44EB-B213-3A7A7CFE2829}" srcId="{7C228EDD-C1BC-417E-8D22-20E9770CCBEF}" destId="{D613284D-0629-4B07-89DC-BA1DE13AAC98}" srcOrd="1" destOrd="0" parTransId="{A59E7CC4-0325-47DD-A79F-796EE338DA5F}" sibTransId="{1BBDA4C6-EDF4-42EE-98E6-538E9772419E}"/>
    <dgm:cxn modelId="{0BD35107-1CAC-42A6-9740-B2232D7B5304}" type="presParOf" srcId="{CA437593-543B-493D-B386-69B29FD34C95}" destId="{113C0068-962D-4A98-A87B-2781892B463E}" srcOrd="0" destOrd="0" presId="urn:microsoft.com/office/officeart/2005/8/layout/vList2"/>
    <dgm:cxn modelId="{C32D7BA9-0ED2-4743-96A8-B809A64AFF20}" type="presParOf" srcId="{CA437593-543B-493D-B386-69B29FD34C95}" destId="{8D8B362C-383F-4C4E-8015-2C5CCD7B409E}" srcOrd="1" destOrd="0" presId="urn:microsoft.com/office/officeart/2005/8/layout/vList2"/>
    <dgm:cxn modelId="{13FEB3DD-EA57-40C9-9638-9DBE04CB0960}" type="presParOf" srcId="{CA437593-543B-493D-B386-69B29FD34C95}" destId="{FF0B36A9-BBAD-4462-84FF-DACBE345E85C}" srcOrd="2" destOrd="0" presId="urn:microsoft.com/office/officeart/2005/8/layout/vList2"/>
    <dgm:cxn modelId="{59790243-C6C0-4FC3-91BE-49BDCB75EDA0}" type="presParOf" srcId="{CA437593-543B-493D-B386-69B29FD34C95}" destId="{F936DE6E-93AF-470C-A68E-9E0DB507B472}" srcOrd="3" destOrd="0" presId="urn:microsoft.com/office/officeart/2005/8/layout/vList2"/>
    <dgm:cxn modelId="{6495D516-8825-497D-B6DC-6307EF8737A6}" type="presParOf" srcId="{CA437593-543B-493D-B386-69B29FD34C95}" destId="{D70D8F28-3585-48BA-8A10-4CEBB9A9CE2F}" srcOrd="4" destOrd="0" presId="urn:microsoft.com/office/officeart/2005/8/layout/vList2"/>
    <dgm:cxn modelId="{B49C541A-BC93-4F3D-9B14-6C91CEF14BC1}" type="presParOf" srcId="{CA437593-543B-493D-B386-69B29FD34C95}" destId="{2FEB8F5B-A907-4B78-86AB-FD6A8C85B9B1}" srcOrd="5" destOrd="0" presId="urn:microsoft.com/office/officeart/2005/8/layout/vList2"/>
    <dgm:cxn modelId="{589C7267-129C-40B7-971E-B86C74A42249}" type="presParOf" srcId="{CA437593-543B-493D-B386-69B29FD34C95}" destId="{C2A03854-9590-4DA3-B3F8-F4B0BD836263}" srcOrd="6" destOrd="0" presId="urn:microsoft.com/office/officeart/2005/8/layout/vList2"/>
    <dgm:cxn modelId="{D69D79B1-5EC9-4441-B5F8-5E503464AF84}" type="presParOf" srcId="{CA437593-543B-493D-B386-69B29FD34C95}" destId="{91F5C7E8-F4D9-4B0A-8FB7-A2BDF1EE85E9}" srcOrd="7" destOrd="0" presId="urn:microsoft.com/office/officeart/2005/8/layout/vList2"/>
    <dgm:cxn modelId="{7C943082-3254-463E-A2E0-2412A92F4023}" type="presParOf" srcId="{CA437593-543B-493D-B386-69B29FD34C95}" destId="{1C724F5E-B737-4B5F-A277-9BF8D1F3A5D3}"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53FA84-8BE2-4CCE-9D04-122EEC27FB1E}" type="doc">
      <dgm:prSet loTypeId="urn:microsoft.com/office/officeart/2005/8/layout/arrow5" loCatId="relationship" qsTypeId="urn:microsoft.com/office/officeart/2005/8/quickstyle/simple1#4" qsCatId="simple" csTypeId="urn:microsoft.com/office/officeart/2005/8/colors/accent1_2#3" csCatId="accent1"/>
      <dgm:spPr/>
      <dgm:t>
        <a:bodyPr/>
        <a:lstStyle/>
        <a:p>
          <a:endParaRPr lang="en-US"/>
        </a:p>
      </dgm:t>
    </dgm:pt>
    <dgm:pt modelId="{240CF290-EF4E-4B70-9A9C-EE5BA9D4B07E}">
      <dgm:prSet/>
      <dgm:spPr/>
      <dgm:t>
        <a:bodyPr/>
        <a:lstStyle/>
        <a:p>
          <a:r>
            <a:rPr lang="en-US"/>
            <a:t>• Variables: var, let, const</a:t>
          </a:r>
        </a:p>
      </dgm:t>
    </dgm:pt>
    <dgm:pt modelId="{6C83920A-22A2-4B7A-B973-D4070C6EB241}" type="parTrans" cxnId="{D78B2B97-E9FF-4E57-9163-51F786CE9F38}">
      <dgm:prSet/>
      <dgm:spPr/>
      <dgm:t>
        <a:bodyPr/>
        <a:lstStyle/>
        <a:p>
          <a:endParaRPr lang="en-US"/>
        </a:p>
      </dgm:t>
    </dgm:pt>
    <dgm:pt modelId="{94C26EC7-3746-4C01-A7DA-9F3615905F2F}" type="sibTrans" cxnId="{D78B2B97-E9FF-4E57-9163-51F786CE9F38}">
      <dgm:prSet/>
      <dgm:spPr/>
      <dgm:t>
        <a:bodyPr/>
        <a:lstStyle/>
        <a:p>
          <a:endParaRPr lang="en-US"/>
        </a:p>
      </dgm:t>
    </dgm:pt>
    <dgm:pt modelId="{B97073E6-1242-429E-B7F4-5432EF1836E4}">
      <dgm:prSet/>
      <dgm:spPr/>
      <dgm:t>
        <a:bodyPr/>
        <a:lstStyle/>
        <a:p>
          <a:r>
            <a:rPr lang="en-US"/>
            <a:t>• Tipos de variables:</a:t>
          </a:r>
        </a:p>
      </dgm:t>
    </dgm:pt>
    <dgm:pt modelId="{1E7558AA-29B3-4C5C-A9A3-CF814CF287E1}" type="parTrans" cxnId="{92E2AA0C-B445-42C3-AF26-97E1273BCB9F}">
      <dgm:prSet/>
      <dgm:spPr/>
      <dgm:t>
        <a:bodyPr/>
        <a:lstStyle/>
        <a:p>
          <a:endParaRPr lang="en-US"/>
        </a:p>
      </dgm:t>
    </dgm:pt>
    <dgm:pt modelId="{96DA6104-7D18-4A55-A77B-6B307BD9DDAA}" type="sibTrans" cxnId="{92E2AA0C-B445-42C3-AF26-97E1273BCB9F}">
      <dgm:prSet/>
      <dgm:spPr/>
      <dgm:t>
        <a:bodyPr/>
        <a:lstStyle/>
        <a:p>
          <a:endParaRPr lang="en-US"/>
        </a:p>
      </dgm:t>
    </dgm:pt>
    <dgm:pt modelId="{95799403-9211-4D0A-9247-91333A36DC22}">
      <dgm:prSet/>
      <dgm:spPr/>
      <dgm:t>
        <a:bodyPr/>
        <a:lstStyle/>
        <a:p>
          <a:r>
            <a:rPr lang="en-US"/>
            <a:t>- String, Number, Boolean</a:t>
          </a:r>
        </a:p>
      </dgm:t>
    </dgm:pt>
    <dgm:pt modelId="{C2897022-9703-4125-8389-DBF142A36E32}" type="parTrans" cxnId="{95F4AF33-FEAE-4CA6-9D55-8BD2309E7801}">
      <dgm:prSet/>
      <dgm:spPr/>
      <dgm:t>
        <a:bodyPr/>
        <a:lstStyle/>
        <a:p>
          <a:endParaRPr lang="en-US"/>
        </a:p>
      </dgm:t>
    </dgm:pt>
    <dgm:pt modelId="{FACA524A-5F88-46FE-9F9A-501F3231D21B}" type="sibTrans" cxnId="{95F4AF33-FEAE-4CA6-9D55-8BD2309E7801}">
      <dgm:prSet/>
      <dgm:spPr/>
      <dgm:t>
        <a:bodyPr/>
        <a:lstStyle/>
        <a:p>
          <a:endParaRPr lang="en-US"/>
        </a:p>
      </dgm:t>
    </dgm:pt>
    <dgm:pt modelId="{2B830521-2AC3-4F45-9CE2-2BAB296E0570}">
      <dgm:prSet/>
      <dgm:spPr/>
      <dgm:t>
        <a:bodyPr/>
        <a:lstStyle/>
        <a:p>
          <a:r>
            <a:rPr lang="en-US"/>
            <a:t>- Array, Object, null, undefined</a:t>
          </a:r>
        </a:p>
      </dgm:t>
    </dgm:pt>
    <dgm:pt modelId="{3C660F99-2AE5-42A8-8F8F-A49E6742731A}" type="parTrans" cxnId="{DF43044E-105E-4A34-95DC-A6A3B1B8FE0F}">
      <dgm:prSet/>
      <dgm:spPr/>
      <dgm:t>
        <a:bodyPr/>
        <a:lstStyle/>
        <a:p>
          <a:endParaRPr lang="en-US"/>
        </a:p>
      </dgm:t>
    </dgm:pt>
    <dgm:pt modelId="{4A55C373-6B0A-41BC-8166-238F919E35A3}" type="sibTrans" cxnId="{DF43044E-105E-4A34-95DC-A6A3B1B8FE0F}">
      <dgm:prSet/>
      <dgm:spPr/>
      <dgm:t>
        <a:bodyPr/>
        <a:lstStyle/>
        <a:p>
          <a:endParaRPr lang="en-US"/>
        </a:p>
      </dgm:t>
    </dgm:pt>
    <dgm:pt modelId="{6386A8C4-8A33-4A91-BCC7-763C5A9D5398}">
      <dgm:prSet/>
      <dgm:spPr/>
      <dgm:t>
        <a:bodyPr/>
        <a:lstStyle/>
        <a:p>
          <a:r>
            <a:rPr lang="en-US"/>
            <a:t>• Operadores aritméticos y lógicos</a:t>
          </a:r>
        </a:p>
      </dgm:t>
    </dgm:pt>
    <dgm:pt modelId="{A9D2A1CB-5BA2-4047-A883-9C83DFFDA6D7}" type="parTrans" cxnId="{4830275B-7081-4BA0-81A0-9FBCC030348B}">
      <dgm:prSet/>
      <dgm:spPr/>
      <dgm:t>
        <a:bodyPr/>
        <a:lstStyle/>
        <a:p>
          <a:endParaRPr lang="en-US"/>
        </a:p>
      </dgm:t>
    </dgm:pt>
    <dgm:pt modelId="{B0A36987-2966-4F66-80F5-B3E583233644}" type="sibTrans" cxnId="{4830275B-7081-4BA0-81A0-9FBCC030348B}">
      <dgm:prSet/>
      <dgm:spPr/>
      <dgm:t>
        <a:bodyPr/>
        <a:lstStyle/>
        <a:p>
          <a:endParaRPr lang="en-US"/>
        </a:p>
      </dgm:t>
    </dgm:pt>
    <dgm:pt modelId="{898DAE56-7FE3-4E12-AD8B-568B1206144E}">
      <dgm:prSet/>
      <dgm:spPr/>
      <dgm:t>
        <a:bodyPr/>
        <a:lstStyle/>
        <a:p>
          <a:r>
            <a:rPr lang="en-US"/>
            <a:t>• Conversión de tipos</a:t>
          </a:r>
        </a:p>
      </dgm:t>
    </dgm:pt>
    <dgm:pt modelId="{84C9297F-D31D-4E97-95A2-66276F341CE6}" type="parTrans" cxnId="{B0DD2F3A-8BD4-47F1-9F69-2DDFB0CC6493}">
      <dgm:prSet/>
      <dgm:spPr/>
      <dgm:t>
        <a:bodyPr/>
        <a:lstStyle/>
        <a:p>
          <a:endParaRPr lang="en-US"/>
        </a:p>
      </dgm:t>
    </dgm:pt>
    <dgm:pt modelId="{1293CA8E-AD38-4EAB-88E0-BC164BB00665}" type="sibTrans" cxnId="{B0DD2F3A-8BD4-47F1-9F69-2DDFB0CC6493}">
      <dgm:prSet/>
      <dgm:spPr/>
      <dgm:t>
        <a:bodyPr/>
        <a:lstStyle/>
        <a:p>
          <a:endParaRPr lang="en-US"/>
        </a:p>
      </dgm:t>
    </dgm:pt>
    <dgm:pt modelId="{A87ED21D-7CC7-4F4B-9660-311B77C4A967}" type="pres">
      <dgm:prSet presAssocID="{C053FA84-8BE2-4CCE-9D04-122EEC27FB1E}" presName="diagram" presStyleCnt="0">
        <dgm:presLayoutVars>
          <dgm:dir/>
          <dgm:resizeHandles val="exact"/>
        </dgm:presLayoutVars>
      </dgm:prSet>
      <dgm:spPr/>
    </dgm:pt>
    <dgm:pt modelId="{CDE5165D-85BF-4C7D-A015-96F8F2CF6530}" type="pres">
      <dgm:prSet presAssocID="{240CF290-EF4E-4B70-9A9C-EE5BA9D4B07E}" presName="arrow" presStyleLbl="node1" presStyleIdx="0" presStyleCnt="6">
        <dgm:presLayoutVars>
          <dgm:bulletEnabled val="1"/>
        </dgm:presLayoutVars>
      </dgm:prSet>
      <dgm:spPr/>
    </dgm:pt>
    <dgm:pt modelId="{8EB4809C-5BDE-49B6-B144-52C2C622CCF8}" type="pres">
      <dgm:prSet presAssocID="{B97073E6-1242-429E-B7F4-5432EF1836E4}" presName="arrow" presStyleLbl="node1" presStyleIdx="1" presStyleCnt="6">
        <dgm:presLayoutVars>
          <dgm:bulletEnabled val="1"/>
        </dgm:presLayoutVars>
      </dgm:prSet>
      <dgm:spPr/>
    </dgm:pt>
    <dgm:pt modelId="{EFF9074C-810D-4656-B70A-FC4A42A96103}" type="pres">
      <dgm:prSet presAssocID="{95799403-9211-4D0A-9247-91333A36DC22}" presName="arrow" presStyleLbl="node1" presStyleIdx="2" presStyleCnt="6">
        <dgm:presLayoutVars>
          <dgm:bulletEnabled val="1"/>
        </dgm:presLayoutVars>
      </dgm:prSet>
      <dgm:spPr/>
    </dgm:pt>
    <dgm:pt modelId="{6B59829A-5EE8-4C63-AC7E-E9D30A984A4D}" type="pres">
      <dgm:prSet presAssocID="{2B830521-2AC3-4F45-9CE2-2BAB296E0570}" presName="arrow" presStyleLbl="node1" presStyleIdx="3" presStyleCnt="6">
        <dgm:presLayoutVars>
          <dgm:bulletEnabled val="1"/>
        </dgm:presLayoutVars>
      </dgm:prSet>
      <dgm:spPr/>
    </dgm:pt>
    <dgm:pt modelId="{A7A84455-FBF4-4682-9B5A-7A8A1C626D6A}" type="pres">
      <dgm:prSet presAssocID="{6386A8C4-8A33-4A91-BCC7-763C5A9D5398}" presName="arrow" presStyleLbl="node1" presStyleIdx="4" presStyleCnt="6">
        <dgm:presLayoutVars>
          <dgm:bulletEnabled val="1"/>
        </dgm:presLayoutVars>
      </dgm:prSet>
      <dgm:spPr/>
    </dgm:pt>
    <dgm:pt modelId="{DAAA76A3-47AF-42BA-BC5D-7DE16AF0D02D}" type="pres">
      <dgm:prSet presAssocID="{898DAE56-7FE3-4E12-AD8B-568B1206144E}" presName="arrow" presStyleLbl="node1" presStyleIdx="5" presStyleCnt="6">
        <dgm:presLayoutVars>
          <dgm:bulletEnabled val="1"/>
        </dgm:presLayoutVars>
      </dgm:prSet>
      <dgm:spPr/>
    </dgm:pt>
  </dgm:ptLst>
  <dgm:cxnLst>
    <dgm:cxn modelId="{92E2AA0C-B445-42C3-AF26-97E1273BCB9F}" srcId="{C053FA84-8BE2-4CCE-9D04-122EEC27FB1E}" destId="{B97073E6-1242-429E-B7F4-5432EF1836E4}" srcOrd="1" destOrd="0" parTransId="{1E7558AA-29B3-4C5C-A9A3-CF814CF287E1}" sibTransId="{96DA6104-7D18-4A55-A77B-6B307BD9DDAA}"/>
    <dgm:cxn modelId="{161BC619-2670-4DC0-9F49-F5D9804F15CB}" type="presOf" srcId="{2B830521-2AC3-4F45-9CE2-2BAB296E0570}" destId="{6B59829A-5EE8-4C63-AC7E-E9D30A984A4D}" srcOrd="0" destOrd="0" presId="urn:microsoft.com/office/officeart/2005/8/layout/arrow5"/>
    <dgm:cxn modelId="{95F4AF33-FEAE-4CA6-9D55-8BD2309E7801}" srcId="{C053FA84-8BE2-4CCE-9D04-122EEC27FB1E}" destId="{95799403-9211-4D0A-9247-91333A36DC22}" srcOrd="2" destOrd="0" parTransId="{C2897022-9703-4125-8389-DBF142A36E32}" sibTransId="{FACA524A-5F88-46FE-9F9A-501F3231D21B}"/>
    <dgm:cxn modelId="{B0DD2F3A-8BD4-47F1-9F69-2DDFB0CC6493}" srcId="{C053FA84-8BE2-4CCE-9D04-122EEC27FB1E}" destId="{898DAE56-7FE3-4E12-AD8B-568B1206144E}" srcOrd="5" destOrd="0" parTransId="{84C9297F-D31D-4E97-95A2-66276F341CE6}" sibTransId="{1293CA8E-AD38-4EAB-88E0-BC164BB00665}"/>
    <dgm:cxn modelId="{4830275B-7081-4BA0-81A0-9FBCC030348B}" srcId="{C053FA84-8BE2-4CCE-9D04-122EEC27FB1E}" destId="{6386A8C4-8A33-4A91-BCC7-763C5A9D5398}" srcOrd="4" destOrd="0" parTransId="{A9D2A1CB-5BA2-4047-A883-9C83DFFDA6D7}" sibTransId="{B0A36987-2966-4F66-80F5-B3E583233644}"/>
    <dgm:cxn modelId="{592B8D5D-FC6A-4C0C-974A-EB1DF7DAB0F6}" type="presOf" srcId="{C053FA84-8BE2-4CCE-9D04-122EEC27FB1E}" destId="{A87ED21D-7CC7-4F4B-9660-311B77C4A967}" srcOrd="0" destOrd="0" presId="urn:microsoft.com/office/officeart/2005/8/layout/arrow5"/>
    <dgm:cxn modelId="{DF43044E-105E-4A34-95DC-A6A3B1B8FE0F}" srcId="{C053FA84-8BE2-4CCE-9D04-122EEC27FB1E}" destId="{2B830521-2AC3-4F45-9CE2-2BAB296E0570}" srcOrd="3" destOrd="0" parTransId="{3C660F99-2AE5-42A8-8F8F-A49E6742731A}" sibTransId="{4A55C373-6B0A-41BC-8166-238F919E35A3}"/>
    <dgm:cxn modelId="{2DA81F59-B0E8-4B58-8687-54AF2858FA5F}" type="presOf" srcId="{B97073E6-1242-429E-B7F4-5432EF1836E4}" destId="{8EB4809C-5BDE-49B6-B144-52C2C622CCF8}" srcOrd="0" destOrd="0" presId="urn:microsoft.com/office/officeart/2005/8/layout/arrow5"/>
    <dgm:cxn modelId="{939DFD7A-BB6D-4261-8EE1-032FB4896191}" type="presOf" srcId="{6386A8C4-8A33-4A91-BCC7-763C5A9D5398}" destId="{A7A84455-FBF4-4682-9B5A-7A8A1C626D6A}" srcOrd="0" destOrd="0" presId="urn:microsoft.com/office/officeart/2005/8/layout/arrow5"/>
    <dgm:cxn modelId="{D78B2B97-E9FF-4E57-9163-51F786CE9F38}" srcId="{C053FA84-8BE2-4CCE-9D04-122EEC27FB1E}" destId="{240CF290-EF4E-4B70-9A9C-EE5BA9D4B07E}" srcOrd="0" destOrd="0" parTransId="{6C83920A-22A2-4B7A-B973-D4070C6EB241}" sibTransId="{94C26EC7-3746-4C01-A7DA-9F3615905F2F}"/>
    <dgm:cxn modelId="{4C694BB0-36C5-4A7B-BBBA-F92B8439B00B}" type="presOf" srcId="{95799403-9211-4D0A-9247-91333A36DC22}" destId="{EFF9074C-810D-4656-B70A-FC4A42A96103}" srcOrd="0" destOrd="0" presId="urn:microsoft.com/office/officeart/2005/8/layout/arrow5"/>
    <dgm:cxn modelId="{8BD0D8BC-BF49-438A-B75D-9C257BC0338A}" type="presOf" srcId="{898DAE56-7FE3-4E12-AD8B-568B1206144E}" destId="{DAAA76A3-47AF-42BA-BC5D-7DE16AF0D02D}" srcOrd="0" destOrd="0" presId="urn:microsoft.com/office/officeart/2005/8/layout/arrow5"/>
    <dgm:cxn modelId="{0F3104F1-466B-4D2B-B801-72EB84407067}" type="presOf" srcId="{240CF290-EF4E-4B70-9A9C-EE5BA9D4B07E}" destId="{CDE5165D-85BF-4C7D-A015-96F8F2CF6530}" srcOrd="0" destOrd="0" presId="urn:microsoft.com/office/officeart/2005/8/layout/arrow5"/>
    <dgm:cxn modelId="{B0C1367B-DC74-45E1-A1D4-6724E06F521D}" type="presParOf" srcId="{A87ED21D-7CC7-4F4B-9660-311B77C4A967}" destId="{CDE5165D-85BF-4C7D-A015-96F8F2CF6530}" srcOrd="0" destOrd="0" presId="urn:microsoft.com/office/officeart/2005/8/layout/arrow5"/>
    <dgm:cxn modelId="{D4F29C99-0551-4385-8AD1-6F0E3843813B}" type="presParOf" srcId="{A87ED21D-7CC7-4F4B-9660-311B77C4A967}" destId="{8EB4809C-5BDE-49B6-B144-52C2C622CCF8}" srcOrd="1" destOrd="0" presId="urn:microsoft.com/office/officeart/2005/8/layout/arrow5"/>
    <dgm:cxn modelId="{AEEA2395-35CA-416A-933A-2772E6A5C56D}" type="presParOf" srcId="{A87ED21D-7CC7-4F4B-9660-311B77C4A967}" destId="{EFF9074C-810D-4656-B70A-FC4A42A96103}" srcOrd="2" destOrd="0" presId="urn:microsoft.com/office/officeart/2005/8/layout/arrow5"/>
    <dgm:cxn modelId="{BA693189-26EE-4DEB-AA9D-BA2526EE08E6}" type="presParOf" srcId="{A87ED21D-7CC7-4F4B-9660-311B77C4A967}" destId="{6B59829A-5EE8-4C63-AC7E-E9D30A984A4D}" srcOrd="3" destOrd="0" presId="urn:microsoft.com/office/officeart/2005/8/layout/arrow5"/>
    <dgm:cxn modelId="{36F9D9D3-D4F3-4E59-BB92-F4CE4D3204EB}" type="presParOf" srcId="{A87ED21D-7CC7-4F4B-9660-311B77C4A967}" destId="{A7A84455-FBF4-4682-9B5A-7A8A1C626D6A}" srcOrd="4" destOrd="0" presId="urn:microsoft.com/office/officeart/2005/8/layout/arrow5"/>
    <dgm:cxn modelId="{0A7A1B14-4B32-4A0C-ACC1-FA584F7557E1}" type="presParOf" srcId="{A87ED21D-7CC7-4F4B-9660-311B77C4A967}" destId="{DAAA76A3-47AF-42BA-BC5D-7DE16AF0D02D}" srcOrd="5"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2DCAA34-5DCF-4331-A14D-DDBF53275574}" type="doc">
      <dgm:prSet loTypeId="urn:microsoft.com/office/officeart/2008/layout/LinedList" loCatId="list" qsTypeId="urn:microsoft.com/office/officeart/2005/8/quickstyle/simple1#5" qsCatId="simple" csTypeId="urn:microsoft.com/office/officeart/2005/8/colors/accent1_2#4" csCatId="accent1" phldr="1"/>
      <dgm:spPr/>
      <dgm:t>
        <a:bodyPr/>
        <a:lstStyle/>
        <a:p>
          <a:endParaRPr lang="en-US"/>
        </a:p>
      </dgm:t>
    </dgm:pt>
    <dgm:pt modelId="{C273C978-1CCC-47BE-952B-2CB12432585B}">
      <dgm:prSet/>
      <dgm:spPr/>
      <dgm:t>
        <a:bodyPr/>
        <a:lstStyle/>
        <a:p>
          <a:r>
            <a:rPr lang="en-US"/>
            <a:t>• Estructuras de control de flujo:</a:t>
          </a:r>
        </a:p>
      </dgm:t>
    </dgm:pt>
    <dgm:pt modelId="{034FE5CF-7E11-4F00-8590-D0A681050731}" type="parTrans" cxnId="{83108E7F-1C63-4D20-83E0-7547C89F9CC4}">
      <dgm:prSet/>
      <dgm:spPr/>
      <dgm:t>
        <a:bodyPr/>
        <a:lstStyle/>
        <a:p>
          <a:endParaRPr lang="en-US"/>
        </a:p>
      </dgm:t>
    </dgm:pt>
    <dgm:pt modelId="{457B1922-E5F4-419C-9A1C-4F07BB927C27}" type="sibTrans" cxnId="{83108E7F-1C63-4D20-83E0-7547C89F9CC4}">
      <dgm:prSet/>
      <dgm:spPr/>
      <dgm:t>
        <a:bodyPr/>
        <a:lstStyle/>
        <a:p>
          <a:endParaRPr lang="en-US"/>
        </a:p>
      </dgm:t>
    </dgm:pt>
    <dgm:pt modelId="{2D083AA5-3B8B-4C57-9789-0FDE4A4B9343}">
      <dgm:prSet/>
      <dgm:spPr/>
      <dgm:t>
        <a:bodyPr/>
        <a:lstStyle/>
        <a:p>
          <a:r>
            <a:rPr lang="en-US"/>
            <a:t>- if, else if, else</a:t>
          </a:r>
        </a:p>
      </dgm:t>
    </dgm:pt>
    <dgm:pt modelId="{BB831FC9-DAA0-4B55-A1A3-A2BDC80DEB12}" type="parTrans" cxnId="{68399FBC-261F-4CB2-B47B-91DDAAC4EDB8}">
      <dgm:prSet/>
      <dgm:spPr/>
      <dgm:t>
        <a:bodyPr/>
        <a:lstStyle/>
        <a:p>
          <a:endParaRPr lang="en-US"/>
        </a:p>
      </dgm:t>
    </dgm:pt>
    <dgm:pt modelId="{191585E3-6D94-4071-BD3E-150A7339D89D}" type="sibTrans" cxnId="{68399FBC-261F-4CB2-B47B-91DDAAC4EDB8}">
      <dgm:prSet/>
      <dgm:spPr/>
      <dgm:t>
        <a:bodyPr/>
        <a:lstStyle/>
        <a:p>
          <a:endParaRPr lang="en-US"/>
        </a:p>
      </dgm:t>
    </dgm:pt>
    <dgm:pt modelId="{C74F125B-1D27-42E8-83F2-483011E442A8}">
      <dgm:prSet/>
      <dgm:spPr/>
      <dgm:t>
        <a:bodyPr/>
        <a:lstStyle/>
        <a:p>
          <a:r>
            <a:rPr lang="en-US"/>
            <a:t>- switch</a:t>
          </a:r>
        </a:p>
      </dgm:t>
    </dgm:pt>
    <dgm:pt modelId="{784BF77C-AE9E-44F1-BF65-64E82EE07B12}" type="parTrans" cxnId="{EC8DF2AA-4697-4059-8C69-275C9BEC3E9F}">
      <dgm:prSet/>
      <dgm:spPr/>
      <dgm:t>
        <a:bodyPr/>
        <a:lstStyle/>
        <a:p>
          <a:endParaRPr lang="en-US"/>
        </a:p>
      </dgm:t>
    </dgm:pt>
    <dgm:pt modelId="{8C4AC598-3101-42F1-8D37-45D313D32698}" type="sibTrans" cxnId="{EC8DF2AA-4697-4059-8C69-275C9BEC3E9F}">
      <dgm:prSet/>
      <dgm:spPr/>
      <dgm:t>
        <a:bodyPr/>
        <a:lstStyle/>
        <a:p>
          <a:endParaRPr lang="en-US"/>
        </a:p>
      </dgm:t>
    </dgm:pt>
    <dgm:pt modelId="{43DEE61E-39CC-4DBF-82E0-9E15A387FE82}">
      <dgm:prSet/>
      <dgm:spPr/>
      <dgm:t>
        <a:bodyPr/>
        <a:lstStyle/>
        <a:p>
          <a:r>
            <a:rPr lang="en-US"/>
            <a:t>- for, while, do...while</a:t>
          </a:r>
        </a:p>
      </dgm:t>
    </dgm:pt>
    <dgm:pt modelId="{B5FE30C4-8FA4-4066-AE54-1CA7F4B26031}" type="parTrans" cxnId="{82641A8E-2B37-4EFB-B3DC-C98FF45D2AB9}">
      <dgm:prSet/>
      <dgm:spPr/>
      <dgm:t>
        <a:bodyPr/>
        <a:lstStyle/>
        <a:p>
          <a:endParaRPr lang="en-US"/>
        </a:p>
      </dgm:t>
    </dgm:pt>
    <dgm:pt modelId="{CB6C1CE8-6064-48B4-AD1E-64F444196417}" type="sibTrans" cxnId="{82641A8E-2B37-4EFB-B3DC-C98FF45D2AB9}">
      <dgm:prSet/>
      <dgm:spPr/>
      <dgm:t>
        <a:bodyPr/>
        <a:lstStyle/>
        <a:p>
          <a:endParaRPr lang="en-US"/>
        </a:p>
      </dgm:t>
    </dgm:pt>
    <dgm:pt modelId="{1CF2E9B6-3E08-44C2-A158-FA5C5F113BE8}">
      <dgm:prSet/>
      <dgm:spPr/>
      <dgm:t>
        <a:bodyPr/>
        <a:lstStyle/>
        <a:p>
          <a:r>
            <a:rPr lang="en-US"/>
            <a:t>• Funciones y propiedades básicas</a:t>
          </a:r>
        </a:p>
      </dgm:t>
    </dgm:pt>
    <dgm:pt modelId="{07861D9E-88F7-453B-B5FC-4832AD577B97}" type="parTrans" cxnId="{6B801F36-9BA3-45C3-B590-A12C0F02912C}">
      <dgm:prSet/>
      <dgm:spPr/>
      <dgm:t>
        <a:bodyPr/>
        <a:lstStyle/>
        <a:p>
          <a:endParaRPr lang="en-US"/>
        </a:p>
      </dgm:t>
    </dgm:pt>
    <dgm:pt modelId="{B52D13BE-4BD9-4C10-BEC0-BBBE28DF8E28}" type="sibTrans" cxnId="{6B801F36-9BA3-45C3-B590-A12C0F02912C}">
      <dgm:prSet/>
      <dgm:spPr/>
      <dgm:t>
        <a:bodyPr/>
        <a:lstStyle/>
        <a:p>
          <a:endParaRPr lang="en-US"/>
        </a:p>
      </dgm:t>
    </dgm:pt>
    <dgm:pt modelId="{34CD0122-9F20-4820-AC44-0E14D3C0174C}">
      <dgm:prSet/>
      <dgm:spPr/>
      <dgm:t>
        <a:bodyPr/>
        <a:lstStyle/>
        <a:p>
          <a:endParaRPr lang="en-US" dirty="0"/>
        </a:p>
      </dgm:t>
    </dgm:pt>
    <dgm:pt modelId="{C92AD98F-36BF-4808-8BD6-B5539F185B02}" type="parTrans" cxnId="{6CC577E4-6DD2-47A9-B7FC-B0D0D2971270}">
      <dgm:prSet/>
      <dgm:spPr/>
      <dgm:t>
        <a:bodyPr/>
        <a:lstStyle/>
        <a:p>
          <a:endParaRPr lang="en-US"/>
        </a:p>
      </dgm:t>
    </dgm:pt>
    <dgm:pt modelId="{24378050-E2FA-43E2-AFC1-3DFBD63E7753}" type="sibTrans" cxnId="{6CC577E4-6DD2-47A9-B7FC-B0D0D2971270}">
      <dgm:prSet/>
      <dgm:spPr/>
      <dgm:t>
        <a:bodyPr/>
        <a:lstStyle/>
        <a:p>
          <a:endParaRPr lang="en-US"/>
        </a:p>
      </dgm:t>
    </dgm:pt>
    <dgm:pt modelId="{83D54980-C991-4088-A9BF-33AF275CEAEA}" type="pres">
      <dgm:prSet presAssocID="{D2DCAA34-5DCF-4331-A14D-DDBF53275574}" presName="vert0" presStyleCnt="0">
        <dgm:presLayoutVars>
          <dgm:dir/>
          <dgm:animOne val="branch"/>
          <dgm:animLvl val="lvl"/>
        </dgm:presLayoutVars>
      </dgm:prSet>
      <dgm:spPr/>
    </dgm:pt>
    <dgm:pt modelId="{DD934C93-E665-4DA9-9E42-16757A094755}" type="pres">
      <dgm:prSet presAssocID="{C273C978-1CCC-47BE-952B-2CB12432585B}" presName="thickLine" presStyleLbl="alignNode1" presStyleIdx="0" presStyleCnt="6" custLinFactNeighborX="-2228" custLinFactNeighborY="-48652"/>
      <dgm:spPr/>
    </dgm:pt>
    <dgm:pt modelId="{18BA4739-FD61-4F71-A551-1A2F897BBDE0}" type="pres">
      <dgm:prSet presAssocID="{C273C978-1CCC-47BE-952B-2CB12432585B}" presName="horz1" presStyleCnt="0"/>
      <dgm:spPr/>
    </dgm:pt>
    <dgm:pt modelId="{6B1ECE63-BB7D-4ADD-A872-E0BACB735C52}" type="pres">
      <dgm:prSet presAssocID="{C273C978-1CCC-47BE-952B-2CB12432585B}" presName="tx1" presStyleLbl="revTx" presStyleIdx="0" presStyleCnt="6"/>
      <dgm:spPr/>
    </dgm:pt>
    <dgm:pt modelId="{641B2F56-F372-4C2A-B4AC-CC0AF06B0440}" type="pres">
      <dgm:prSet presAssocID="{C273C978-1CCC-47BE-952B-2CB12432585B}" presName="vert1" presStyleCnt="0"/>
      <dgm:spPr/>
    </dgm:pt>
    <dgm:pt modelId="{93497DE9-B5EA-4B8C-88C6-FC61381F6570}" type="pres">
      <dgm:prSet presAssocID="{2D083AA5-3B8B-4C57-9789-0FDE4A4B9343}" presName="thickLine" presStyleLbl="alignNode1" presStyleIdx="1" presStyleCnt="6"/>
      <dgm:spPr/>
    </dgm:pt>
    <dgm:pt modelId="{A1C53A92-5A45-4EA9-9E33-1F3946167AD0}" type="pres">
      <dgm:prSet presAssocID="{2D083AA5-3B8B-4C57-9789-0FDE4A4B9343}" presName="horz1" presStyleCnt="0"/>
      <dgm:spPr/>
    </dgm:pt>
    <dgm:pt modelId="{74ABC028-FC62-4C8E-832D-CC960171F290}" type="pres">
      <dgm:prSet presAssocID="{2D083AA5-3B8B-4C57-9789-0FDE4A4B9343}" presName="tx1" presStyleLbl="revTx" presStyleIdx="1" presStyleCnt="6"/>
      <dgm:spPr/>
    </dgm:pt>
    <dgm:pt modelId="{A3BA4DD0-D343-43F9-9085-764243118A3D}" type="pres">
      <dgm:prSet presAssocID="{2D083AA5-3B8B-4C57-9789-0FDE4A4B9343}" presName="vert1" presStyleCnt="0"/>
      <dgm:spPr/>
    </dgm:pt>
    <dgm:pt modelId="{D2D706C1-3999-499A-BEBD-92D700BD1600}" type="pres">
      <dgm:prSet presAssocID="{C74F125B-1D27-42E8-83F2-483011E442A8}" presName="thickLine" presStyleLbl="alignNode1" presStyleIdx="2" presStyleCnt="6"/>
      <dgm:spPr/>
    </dgm:pt>
    <dgm:pt modelId="{D55394F0-6F75-422E-A2FC-7DFAD1ACE5A3}" type="pres">
      <dgm:prSet presAssocID="{C74F125B-1D27-42E8-83F2-483011E442A8}" presName="horz1" presStyleCnt="0"/>
      <dgm:spPr/>
    </dgm:pt>
    <dgm:pt modelId="{F61692BD-5908-4AC0-9646-C79DD716F1DE}" type="pres">
      <dgm:prSet presAssocID="{C74F125B-1D27-42E8-83F2-483011E442A8}" presName="tx1" presStyleLbl="revTx" presStyleIdx="2" presStyleCnt="6"/>
      <dgm:spPr/>
    </dgm:pt>
    <dgm:pt modelId="{05436FAD-3690-41BE-ADB1-AE16950EF68E}" type="pres">
      <dgm:prSet presAssocID="{C74F125B-1D27-42E8-83F2-483011E442A8}" presName="vert1" presStyleCnt="0"/>
      <dgm:spPr/>
    </dgm:pt>
    <dgm:pt modelId="{C0637D9F-3E9F-4BB2-B3C3-684E11E6586C}" type="pres">
      <dgm:prSet presAssocID="{43DEE61E-39CC-4DBF-82E0-9E15A387FE82}" presName="thickLine" presStyleLbl="alignNode1" presStyleIdx="3" presStyleCnt="6"/>
      <dgm:spPr/>
    </dgm:pt>
    <dgm:pt modelId="{5BE21087-579F-4649-ACDE-E4466ECE1371}" type="pres">
      <dgm:prSet presAssocID="{43DEE61E-39CC-4DBF-82E0-9E15A387FE82}" presName="horz1" presStyleCnt="0"/>
      <dgm:spPr/>
    </dgm:pt>
    <dgm:pt modelId="{9CD55F36-D275-4B70-B0A1-04BD05B1E4D9}" type="pres">
      <dgm:prSet presAssocID="{43DEE61E-39CC-4DBF-82E0-9E15A387FE82}" presName="tx1" presStyleLbl="revTx" presStyleIdx="3" presStyleCnt="6"/>
      <dgm:spPr/>
    </dgm:pt>
    <dgm:pt modelId="{803300F1-BDA9-4F5D-9581-9C06F0073C6E}" type="pres">
      <dgm:prSet presAssocID="{43DEE61E-39CC-4DBF-82E0-9E15A387FE82}" presName="vert1" presStyleCnt="0"/>
      <dgm:spPr/>
    </dgm:pt>
    <dgm:pt modelId="{76B5B874-4746-4355-8EF0-45EA20FA2D2D}" type="pres">
      <dgm:prSet presAssocID="{1CF2E9B6-3E08-44C2-A158-FA5C5F113BE8}" presName="thickLine" presStyleLbl="alignNode1" presStyleIdx="4" presStyleCnt="6"/>
      <dgm:spPr/>
    </dgm:pt>
    <dgm:pt modelId="{18EED9C8-E1D6-4FDC-969E-8974139228BB}" type="pres">
      <dgm:prSet presAssocID="{1CF2E9B6-3E08-44C2-A158-FA5C5F113BE8}" presName="horz1" presStyleCnt="0"/>
      <dgm:spPr/>
    </dgm:pt>
    <dgm:pt modelId="{92933D75-34DC-43A5-944C-DDD29111D2A3}" type="pres">
      <dgm:prSet presAssocID="{1CF2E9B6-3E08-44C2-A158-FA5C5F113BE8}" presName="tx1" presStyleLbl="revTx" presStyleIdx="4" presStyleCnt="6"/>
      <dgm:spPr/>
    </dgm:pt>
    <dgm:pt modelId="{0B3DD55E-75EF-4D7E-840E-B8859B7992F9}" type="pres">
      <dgm:prSet presAssocID="{1CF2E9B6-3E08-44C2-A158-FA5C5F113BE8}" presName="vert1" presStyleCnt="0"/>
      <dgm:spPr/>
    </dgm:pt>
    <dgm:pt modelId="{36CDA07B-83FE-48D1-BB3D-660F42524830}" type="pres">
      <dgm:prSet presAssocID="{34CD0122-9F20-4820-AC44-0E14D3C0174C}" presName="thickLine" presStyleLbl="alignNode1" presStyleIdx="5" presStyleCnt="6"/>
      <dgm:spPr/>
    </dgm:pt>
    <dgm:pt modelId="{4E385942-185E-4E05-9726-2BA27D60F6DD}" type="pres">
      <dgm:prSet presAssocID="{34CD0122-9F20-4820-AC44-0E14D3C0174C}" presName="horz1" presStyleCnt="0"/>
      <dgm:spPr/>
    </dgm:pt>
    <dgm:pt modelId="{190ADF3E-A585-4343-82FE-57CC29126295}" type="pres">
      <dgm:prSet presAssocID="{34CD0122-9F20-4820-AC44-0E14D3C0174C}" presName="tx1" presStyleLbl="revTx" presStyleIdx="5" presStyleCnt="6"/>
      <dgm:spPr/>
    </dgm:pt>
    <dgm:pt modelId="{C01142E7-BC3B-4A1F-9F03-5865D7FD833E}" type="pres">
      <dgm:prSet presAssocID="{34CD0122-9F20-4820-AC44-0E14D3C0174C}" presName="vert1" presStyleCnt="0"/>
      <dgm:spPr/>
    </dgm:pt>
  </dgm:ptLst>
  <dgm:cxnLst>
    <dgm:cxn modelId="{178B1411-DA05-46F8-BA96-0243A7E920B5}" type="presOf" srcId="{34CD0122-9F20-4820-AC44-0E14D3C0174C}" destId="{190ADF3E-A585-4343-82FE-57CC29126295}" srcOrd="0" destOrd="0" presId="urn:microsoft.com/office/officeart/2008/layout/LinedList"/>
    <dgm:cxn modelId="{BD693D18-C451-4260-BEF4-4FE48D621F46}" type="presOf" srcId="{C273C978-1CCC-47BE-952B-2CB12432585B}" destId="{6B1ECE63-BB7D-4ADD-A872-E0BACB735C52}" srcOrd="0" destOrd="0" presId="urn:microsoft.com/office/officeart/2008/layout/LinedList"/>
    <dgm:cxn modelId="{90B88419-8AD7-4DF0-96BC-05ACBCF98E9D}" type="presOf" srcId="{43DEE61E-39CC-4DBF-82E0-9E15A387FE82}" destId="{9CD55F36-D275-4B70-B0A1-04BD05B1E4D9}" srcOrd="0" destOrd="0" presId="urn:microsoft.com/office/officeart/2008/layout/LinedList"/>
    <dgm:cxn modelId="{63614D2C-6E53-410B-B598-9139A387E4A3}" type="presOf" srcId="{D2DCAA34-5DCF-4331-A14D-DDBF53275574}" destId="{83D54980-C991-4088-A9BF-33AF275CEAEA}" srcOrd="0" destOrd="0" presId="urn:microsoft.com/office/officeart/2008/layout/LinedList"/>
    <dgm:cxn modelId="{6B801F36-9BA3-45C3-B590-A12C0F02912C}" srcId="{D2DCAA34-5DCF-4331-A14D-DDBF53275574}" destId="{1CF2E9B6-3E08-44C2-A158-FA5C5F113BE8}" srcOrd="4" destOrd="0" parTransId="{07861D9E-88F7-453B-B5FC-4832AD577B97}" sibTransId="{B52D13BE-4BD9-4C10-BEC0-BBBE28DF8E28}"/>
    <dgm:cxn modelId="{83108E7F-1C63-4D20-83E0-7547C89F9CC4}" srcId="{D2DCAA34-5DCF-4331-A14D-DDBF53275574}" destId="{C273C978-1CCC-47BE-952B-2CB12432585B}" srcOrd="0" destOrd="0" parTransId="{034FE5CF-7E11-4F00-8590-D0A681050731}" sibTransId="{457B1922-E5F4-419C-9A1C-4F07BB927C27}"/>
    <dgm:cxn modelId="{82641A8E-2B37-4EFB-B3DC-C98FF45D2AB9}" srcId="{D2DCAA34-5DCF-4331-A14D-DDBF53275574}" destId="{43DEE61E-39CC-4DBF-82E0-9E15A387FE82}" srcOrd="3" destOrd="0" parTransId="{B5FE30C4-8FA4-4066-AE54-1CA7F4B26031}" sibTransId="{CB6C1CE8-6064-48B4-AD1E-64F444196417}"/>
    <dgm:cxn modelId="{7E2833A3-D209-4FCA-81B5-C264D4674304}" type="presOf" srcId="{1CF2E9B6-3E08-44C2-A158-FA5C5F113BE8}" destId="{92933D75-34DC-43A5-944C-DDD29111D2A3}" srcOrd="0" destOrd="0" presId="urn:microsoft.com/office/officeart/2008/layout/LinedList"/>
    <dgm:cxn modelId="{EC8DF2AA-4697-4059-8C69-275C9BEC3E9F}" srcId="{D2DCAA34-5DCF-4331-A14D-DDBF53275574}" destId="{C74F125B-1D27-42E8-83F2-483011E442A8}" srcOrd="2" destOrd="0" parTransId="{784BF77C-AE9E-44F1-BF65-64E82EE07B12}" sibTransId="{8C4AC598-3101-42F1-8D37-45D313D32698}"/>
    <dgm:cxn modelId="{68399FBC-261F-4CB2-B47B-91DDAAC4EDB8}" srcId="{D2DCAA34-5DCF-4331-A14D-DDBF53275574}" destId="{2D083AA5-3B8B-4C57-9789-0FDE4A4B9343}" srcOrd="1" destOrd="0" parTransId="{BB831FC9-DAA0-4B55-A1A3-A2BDC80DEB12}" sibTransId="{191585E3-6D94-4071-BD3E-150A7339D89D}"/>
    <dgm:cxn modelId="{4D4042C5-2E25-4DA6-AC47-7EF60D98171A}" type="presOf" srcId="{2D083AA5-3B8B-4C57-9789-0FDE4A4B9343}" destId="{74ABC028-FC62-4C8E-832D-CC960171F290}" srcOrd="0" destOrd="0" presId="urn:microsoft.com/office/officeart/2008/layout/LinedList"/>
    <dgm:cxn modelId="{6CC577E4-6DD2-47A9-B7FC-B0D0D2971270}" srcId="{D2DCAA34-5DCF-4331-A14D-DDBF53275574}" destId="{34CD0122-9F20-4820-AC44-0E14D3C0174C}" srcOrd="5" destOrd="0" parTransId="{C92AD98F-36BF-4808-8BD6-B5539F185B02}" sibTransId="{24378050-E2FA-43E2-AFC1-3DFBD63E7753}"/>
    <dgm:cxn modelId="{4E80D6F6-CD73-4C6A-9AE4-ED4E9521131A}" type="presOf" srcId="{C74F125B-1D27-42E8-83F2-483011E442A8}" destId="{F61692BD-5908-4AC0-9646-C79DD716F1DE}" srcOrd="0" destOrd="0" presId="urn:microsoft.com/office/officeart/2008/layout/LinedList"/>
    <dgm:cxn modelId="{CEB97AB7-60B2-4E27-AA84-9C21E93D37B3}" type="presParOf" srcId="{83D54980-C991-4088-A9BF-33AF275CEAEA}" destId="{DD934C93-E665-4DA9-9E42-16757A094755}" srcOrd="0" destOrd="0" presId="urn:microsoft.com/office/officeart/2008/layout/LinedList"/>
    <dgm:cxn modelId="{5A00F85C-0058-4485-A21C-F605098EEEB1}" type="presParOf" srcId="{83D54980-C991-4088-A9BF-33AF275CEAEA}" destId="{18BA4739-FD61-4F71-A551-1A2F897BBDE0}" srcOrd="1" destOrd="0" presId="urn:microsoft.com/office/officeart/2008/layout/LinedList"/>
    <dgm:cxn modelId="{83503DDA-181E-436C-B733-DD924C0A9640}" type="presParOf" srcId="{18BA4739-FD61-4F71-A551-1A2F897BBDE0}" destId="{6B1ECE63-BB7D-4ADD-A872-E0BACB735C52}" srcOrd="0" destOrd="0" presId="urn:microsoft.com/office/officeart/2008/layout/LinedList"/>
    <dgm:cxn modelId="{E79C208C-677F-47A9-BB23-5D4097B6BC4A}" type="presParOf" srcId="{18BA4739-FD61-4F71-A551-1A2F897BBDE0}" destId="{641B2F56-F372-4C2A-B4AC-CC0AF06B0440}" srcOrd="1" destOrd="0" presId="urn:microsoft.com/office/officeart/2008/layout/LinedList"/>
    <dgm:cxn modelId="{9308E78B-B8C0-4001-9963-A919AEEBDAA9}" type="presParOf" srcId="{83D54980-C991-4088-A9BF-33AF275CEAEA}" destId="{93497DE9-B5EA-4B8C-88C6-FC61381F6570}" srcOrd="2" destOrd="0" presId="urn:microsoft.com/office/officeart/2008/layout/LinedList"/>
    <dgm:cxn modelId="{7FC66590-1AC2-4169-B8DF-AA86145E85F7}" type="presParOf" srcId="{83D54980-C991-4088-A9BF-33AF275CEAEA}" destId="{A1C53A92-5A45-4EA9-9E33-1F3946167AD0}" srcOrd="3" destOrd="0" presId="urn:microsoft.com/office/officeart/2008/layout/LinedList"/>
    <dgm:cxn modelId="{A6A4A515-5039-4258-A712-E079F83414CC}" type="presParOf" srcId="{A1C53A92-5A45-4EA9-9E33-1F3946167AD0}" destId="{74ABC028-FC62-4C8E-832D-CC960171F290}" srcOrd="0" destOrd="0" presId="urn:microsoft.com/office/officeart/2008/layout/LinedList"/>
    <dgm:cxn modelId="{032972D7-22F3-47D4-8415-2AF98FD9FB61}" type="presParOf" srcId="{A1C53A92-5A45-4EA9-9E33-1F3946167AD0}" destId="{A3BA4DD0-D343-43F9-9085-764243118A3D}" srcOrd="1" destOrd="0" presId="urn:microsoft.com/office/officeart/2008/layout/LinedList"/>
    <dgm:cxn modelId="{7E57E808-0536-4DEE-85C8-EFC537299DA5}" type="presParOf" srcId="{83D54980-C991-4088-A9BF-33AF275CEAEA}" destId="{D2D706C1-3999-499A-BEBD-92D700BD1600}" srcOrd="4" destOrd="0" presId="urn:microsoft.com/office/officeart/2008/layout/LinedList"/>
    <dgm:cxn modelId="{AF131293-F2F6-4853-B7DA-2117A1F92FF5}" type="presParOf" srcId="{83D54980-C991-4088-A9BF-33AF275CEAEA}" destId="{D55394F0-6F75-422E-A2FC-7DFAD1ACE5A3}" srcOrd="5" destOrd="0" presId="urn:microsoft.com/office/officeart/2008/layout/LinedList"/>
    <dgm:cxn modelId="{350A35C9-BFE9-46A7-B87A-B0AAB4E61492}" type="presParOf" srcId="{D55394F0-6F75-422E-A2FC-7DFAD1ACE5A3}" destId="{F61692BD-5908-4AC0-9646-C79DD716F1DE}" srcOrd="0" destOrd="0" presId="urn:microsoft.com/office/officeart/2008/layout/LinedList"/>
    <dgm:cxn modelId="{7183FF12-A347-48B1-A0A7-E10713E57067}" type="presParOf" srcId="{D55394F0-6F75-422E-A2FC-7DFAD1ACE5A3}" destId="{05436FAD-3690-41BE-ADB1-AE16950EF68E}" srcOrd="1" destOrd="0" presId="urn:microsoft.com/office/officeart/2008/layout/LinedList"/>
    <dgm:cxn modelId="{7F283FA8-0AE9-42D8-9644-87A136033F29}" type="presParOf" srcId="{83D54980-C991-4088-A9BF-33AF275CEAEA}" destId="{C0637D9F-3E9F-4BB2-B3C3-684E11E6586C}" srcOrd="6" destOrd="0" presId="urn:microsoft.com/office/officeart/2008/layout/LinedList"/>
    <dgm:cxn modelId="{3B809CA7-61AB-4F8B-A919-A7D7F9F32B95}" type="presParOf" srcId="{83D54980-C991-4088-A9BF-33AF275CEAEA}" destId="{5BE21087-579F-4649-ACDE-E4466ECE1371}" srcOrd="7" destOrd="0" presId="urn:microsoft.com/office/officeart/2008/layout/LinedList"/>
    <dgm:cxn modelId="{482B31C4-7519-4856-A09A-9521423A7E78}" type="presParOf" srcId="{5BE21087-579F-4649-ACDE-E4466ECE1371}" destId="{9CD55F36-D275-4B70-B0A1-04BD05B1E4D9}" srcOrd="0" destOrd="0" presId="urn:microsoft.com/office/officeart/2008/layout/LinedList"/>
    <dgm:cxn modelId="{E95394EA-95D6-4381-8674-0142379A2834}" type="presParOf" srcId="{5BE21087-579F-4649-ACDE-E4466ECE1371}" destId="{803300F1-BDA9-4F5D-9581-9C06F0073C6E}" srcOrd="1" destOrd="0" presId="urn:microsoft.com/office/officeart/2008/layout/LinedList"/>
    <dgm:cxn modelId="{FEC158CD-8A83-4A0A-BB95-7BB31CCB3684}" type="presParOf" srcId="{83D54980-C991-4088-A9BF-33AF275CEAEA}" destId="{76B5B874-4746-4355-8EF0-45EA20FA2D2D}" srcOrd="8" destOrd="0" presId="urn:microsoft.com/office/officeart/2008/layout/LinedList"/>
    <dgm:cxn modelId="{67220AB4-29BE-40F4-8992-C4190669A4F8}" type="presParOf" srcId="{83D54980-C991-4088-A9BF-33AF275CEAEA}" destId="{18EED9C8-E1D6-4FDC-969E-8974139228BB}" srcOrd="9" destOrd="0" presId="urn:microsoft.com/office/officeart/2008/layout/LinedList"/>
    <dgm:cxn modelId="{F88950DC-28D7-42D7-82BE-72CEED338734}" type="presParOf" srcId="{18EED9C8-E1D6-4FDC-969E-8974139228BB}" destId="{92933D75-34DC-43A5-944C-DDD29111D2A3}" srcOrd="0" destOrd="0" presId="urn:microsoft.com/office/officeart/2008/layout/LinedList"/>
    <dgm:cxn modelId="{BE798D21-65A2-4E47-9588-47C96BCC3CC2}" type="presParOf" srcId="{18EED9C8-E1D6-4FDC-969E-8974139228BB}" destId="{0B3DD55E-75EF-4D7E-840E-B8859B7992F9}" srcOrd="1" destOrd="0" presId="urn:microsoft.com/office/officeart/2008/layout/LinedList"/>
    <dgm:cxn modelId="{4029B2F4-124E-4724-8676-ABA67C019FBA}" type="presParOf" srcId="{83D54980-C991-4088-A9BF-33AF275CEAEA}" destId="{36CDA07B-83FE-48D1-BB3D-660F42524830}" srcOrd="10" destOrd="0" presId="urn:microsoft.com/office/officeart/2008/layout/LinedList"/>
    <dgm:cxn modelId="{D4DEF77D-9532-458D-96A5-AB3BD9DB50EB}" type="presParOf" srcId="{83D54980-C991-4088-A9BF-33AF275CEAEA}" destId="{4E385942-185E-4E05-9726-2BA27D60F6DD}" srcOrd="11" destOrd="0" presId="urn:microsoft.com/office/officeart/2008/layout/LinedList"/>
    <dgm:cxn modelId="{3BFFF31E-B759-4FBE-8EB0-E1C0C82E490F}" type="presParOf" srcId="{4E385942-185E-4E05-9726-2BA27D60F6DD}" destId="{190ADF3E-A585-4343-82FE-57CC29126295}" srcOrd="0" destOrd="0" presId="urn:microsoft.com/office/officeart/2008/layout/LinedList"/>
    <dgm:cxn modelId="{E70C7C98-42E4-4B5F-AD7D-6507BD1ADC8D}" type="presParOf" srcId="{4E385942-185E-4E05-9726-2BA27D60F6DD}" destId="{C01142E7-BC3B-4A1F-9F03-5865D7FD833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A2E1547-78CE-46DB-BB2A-1CAABDAF85DD}" type="doc">
      <dgm:prSet loTypeId="urn:microsoft.com/office/officeart/2005/8/layout/vList2" loCatId="list" qsTypeId="urn:microsoft.com/office/officeart/2005/8/quickstyle/simple1#6" qsCatId="simple" csTypeId="urn:microsoft.com/office/officeart/2005/8/colors/accent1_2#5" csCatId="accent1"/>
      <dgm:spPr/>
      <dgm:t>
        <a:bodyPr/>
        <a:lstStyle/>
        <a:p>
          <a:endParaRPr lang="en-US"/>
        </a:p>
      </dgm:t>
    </dgm:pt>
    <dgm:pt modelId="{198CD13D-E025-4D46-B729-7AA7B7508FB1}">
      <dgm:prSet/>
      <dgm:spPr/>
      <dgm:t>
        <a:bodyPr/>
        <a:lstStyle/>
        <a:p>
          <a:r>
            <a:rPr lang="en-US"/>
            <a:t>• Funciones avanzadas</a:t>
          </a:r>
        </a:p>
      </dgm:t>
    </dgm:pt>
    <dgm:pt modelId="{9FD7A302-CD82-4B0B-A891-1AD8CBF17F20}" type="parTrans" cxnId="{2F40D2B7-7544-4CDA-82CF-FA20E245280A}">
      <dgm:prSet/>
      <dgm:spPr/>
      <dgm:t>
        <a:bodyPr/>
        <a:lstStyle/>
        <a:p>
          <a:endParaRPr lang="en-US"/>
        </a:p>
      </dgm:t>
    </dgm:pt>
    <dgm:pt modelId="{2336D6A3-3583-4BFB-90D2-A7EFDF2566D2}" type="sibTrans" cxnId="{2F40D2B7-7544-4CDA-82CF-FA20E245280A}">
      <dgm:prSet/>
      <dgm:spPr/>
      <dgm:t>
        <a:bodyPr/>
        <a:lstStyle/>
        <a:p>
          <a:endParaRPr lang="en-US"/>
        </a:p>
      </dgm:t>
    </dgm:pt>
    <dgm:pt modelId="{ABD9D29E-C94E-46CF-9BC3-360A5067E480}">
      <dgm:prSet/>
      <dgm:spPr/>
      <dgm:t>
        <a:bodyPr/>
        <a:lstStyle/>
        <a:p>
          <a:r>
            <a:rPr lang="en-US"/>
            <a:t>• Ámbito de las variables (scope)</a:t>
          </a:r>
        </a:p>
      </dgm:t>
    </dgm:pt>
    <dgm:pt modelId="{8574EC1C-0E61-4989-A344-5A8749E57F03}" type="parTrans" cxnId="{EFBDF06A-77B4-4765-90AD-B3A5F2B0B0A3}">
      <dgm:prSet/>
      <dgm:spPr/>
      <dgm:t>
        <a:bodyPr/>
        <a:lstStyle/>
        <a:p>
          <a:endParaRPr lang="en-US"/>
        </a:p>
      </dgm:t>
    </dgm:pt>
    <dgm:pt modelId="{12F844E5-46B9-4EB5-A743-856B68E9710C}" type="sibTrans" cxnId="{EFBDF06A-77B4-4765-90AD-B3A5F2B0B0A3}">
      <dgm:prSet/>
      <dgm:spPr/>
      <dgm:t>
        <a:bodyPr/>
        <a:lstStyle/>
        <a:p>
          <a:endParaRPr lang="en-US"/>
        </a:p>
      </dgm:t>
    </dgm:pt>
    <dgm:pt modelId="{FCAE73C6-88CB-411D-AB7D-59917CF7F514}">
      <dgm:prSet/>
      <dgm:spPr/>
      <dgm:t>
        <a:bodyPr/>
        <a:lstStyle/>
        <a:p>
          <a:r>
            <a:rPr lang="en-US"/>
            <a:t>• Sentencias break y continue</a:t>
          </a:r>
        </a:p>
      </dgm:t>
    </dgm:pt>
    <dgm:pt modelId="{70419C0F-8E53-4F52-A64C-9D4C44032D87}" type="parTrans" cxnId="{46AFB9A1-6D26-4FD6-A778-28F34F3B20A2}">
      <dgm:prSet/>
      <dgm:spPr/>
      <dgm:t>
        <a:bodyPr/>
        <a:lstStyle/>
        <a:p>
          <a:endParaRPr lang="en-US"/>
        </a:p>
      </dgm:t>
    </dgm:pt>
    <dgm:pt modelId="{B8F10D2E-A2EE-4E2D-A0BA-939B1BB83D30}" type="sibTrans" cxnId="{46AFB9A1-6D26-4FD6-A778-28F34F3B20A2}">
      <dgm:prSet/>
      <dgm:spPr/>
      <dgm:t>
        <a:bodyPr/>
        <a:lstStyle/>
        <a:p>
          <a:endParaRPr lang="en-US"/>
        </a:p>
      </dgm:t>
    </dgm:pt>
    <dgm:pt modelId="{280D76FB-1714-486A-A2F4-190C280C1933}">
      <dgm:prSet/>
      <dgm:spPr/>
      <dgm:t>
        <a:bodyPr/>
        <a:lstStyle/>
        <a:p>
          <a:r>
            <a:rPr lang="en-US"/>
            <a:t>• Otras estructuras de control</a:t>
          </a:r>
        </a:p>
      </dgm:t>
    </dgm:pt>
    <dgm:pt modelId="{F3E813CB-1452-4B2D-B71D-4170F152F3BC}" type="parTrans" cxnId="{79740B47-91A5-444D-8253-7152183BB74B}">
      <dgm:prSet/>
      <dgm:spPr/>
      <dgm:t>
        <a:bodyPr/>
        <a:lstStyle/>
        <a:p>
          <a:endParaRPr lang="en-US"/>
        </a:p>
      </dgm:t>
    </dgm:pt>
    <dgm:pt modelId="{844EAA43-AA42-4D59-A2E7-2A339F66DA7E}" type="sibTrans" cxnId="{79740B47-91A5-444D-8253-7152183BB74B}">
      <dgm:prSet/>
      <dgm:spPr/>
      <dgm:t>
        <a:bodyPr/>
        <a:lstStyle/>
        <a:p>
          <a:endParaRPr lang="en-US"/>
        </a:p>
      </dgm:t>
    </dgm:pt>
    <dgm:pt modelId="{25A13ACF-8B9E-45AB-9FB8-7408FC74D542}">
      <dgm:prSet/>
      <dgm:spPr/>
      <dgm:t>
        <a:bodyPr/>
        <a:lstStyle/>
        <a:p>
          <a:r>
            <a:rPr lang="en-US"/>
            <a:t>• Closures y callbacks</a:t>
          </a:r>
        </a:p>
      </dgm:t>
    </dgm:pt>
    <dgm:pt modelId="{36FDB030-85A9-4123-9A96-06266DC41604}" type="parTrans" cxnId="{6AE0914A-68BF-4635-AB92-6EDDA32C1161}">
      <dgm:prSet/>
      <dgm:spPr/>
      <dgm:t>
        <a:bodyPr/>
        <a:lstStyle/>
        <a:p>
          <a:endParaRPr lang="en-US"/>
        </a:p>
      </dgm:t>
    </dgm:pt>
    <dgm:pt modelId="{EFE4DC46-2A11-4087-A84C-7F4A31927EB7}" type="sibTrans" cxnId="{6AE0914A-68BF-4635-AB92-6EDDA32C1161}">
      <dgm:prSet/>
      <dgm:spPr/>
      <dgm:t>
        <a:bodyPr/>
        <a:lstStyle/>
        <a:p>
          <a:endParaRPr lang="en-US"/>
        </a:p>
      </dgm:t>
    </dgm:pt>
    <dgm:pt modelId="{241A17BD-865E-4A19-BFBF-DC42169AB423}">
      <dgm:prSet/>
      <dgm:spPr/>
      <dgm:t>
        <a:bodyPr/>
        <a:lstStyle/>
        <a:p>
          <a:r>
            <a:rPr lang="en-US"/>
            <a:t>• Funciones de orden superior</a:t>
          </a:r>
        </a:p>
      </dgm:t>
    </dgm:pt>
    <dgm:pt modelId="{03DBF98A-1FC5-4105-850A-82B41CED2F8A}" type="parTrans" cxnId="{02A2732B-B7F9-49C0-B3B1-E352CD333BD5}">
      <dgm:prSet/>
      <dgm:spPr/>
      <dgm:t>
        <a:bodyPr/>
        <a:lstStyle/>
        <a:p>
          <a:endParaRPr lang="en-US"/>
        </a:p>
      </dgm:t>
    </dgm:pt>
    <dgm:pt modelId="{4C4D3B91-D177-420D-BF2D-AD6BD0CFDCEF}" type="sibTrans" cxnId="{02A2732B-B7F9-49C0-B3B1-E352CD333BD5}">
      <dgm:prSet/>
      <dgm:spPr/>
      <dgm:t>
        <a:bodyPr/>
        <a:lstStyle/>
        <a:p>
          <a:endParaRPr lang="en-US"/>
        </a:p>
      </dgm:t>
    </dgm:pt>
    <dgm:pt modelId="{8007B26A-86A5-4530-988D-D1DB077356AD}" type="pres">
      <dgm:prSet presAssocID="{6A2E1547-78CE-46DB-BB2A-1CAABDAF85DD}" presName="linear" presStyleCnt="0">
        <dgm:presLayoutVars>
          <dgm:animLvl val="lvl"/>
          <dgm:resizeHandles val="exact"/>
        </dgm:presLayoutVars>
      </dgm:prSet>
      <dgm:spPr/>
    </dgm:pt>
    <dgm:pt modelId="{A1F52E1B-4C17-45CF-BD44-97A5304EECC1}" type="pres">
      <dgm:prSet presAssocID="{198CD13D-E025-4D46-B729-7AA7B7508FB1}" presName="parentText" presStyleLbl="node1" presStyleIdx="0" presStyleCnt="6">
        <dgm:presLayoutVars>
          <dgm:chMax val="0"/>
          <dgm:bulletEnabled val="1"/>
        </dgm:presLayoutVars>
      </dgm:prSet>
      <dgm:spPr/>
    </dgm:pt>
    <dgm:pt modelId="{3FD83310-C2A0-486C-8277-5428CD410918}" type="pres">
      <dgm:prSet presAssocID="{2336D6A3-3583-4BFB-90D2-A7EFDF2566D2}" presName="spacer" presStyleCnt="0"/>
      <dgm:spPr/>
    </dgm:pt>
    <dgm:pt modelId="{11AE2749-6410-43DE-8CCE-25D09CF5A0F0}" type="pres">
      <dgm:prSet presAssocID="{ABD9D29E-C94E-46CF-9BC3-360A5067E480}" presName="parentText" presStyleLbl="node1" presStyleIdx="1" presStyleCnt="6">
        <dgm:presLayoutVars>
          <dgm:chMax val="0"/>
          <dgm:bulletEnabled val="1"/>
        </dgm:presLayoutVars>
      </dgm:prSet>
      <dgm:spPr/>
    </dgm:pt>
    <dgm:pt modelId="{8D5319D1-0060-4D9B-8D21-E52621125244}" type="pres">
      <dgm:prSet presAssocID="{12F844E5-46B9-4EB5-A743-856B68E9710C}" presName="spacer" presStyleCnt="0"/>
      <dgm:spPr/>
    </dgm:pt>
    <dgm:pt modelId="{AFDA8497-62F0-4040-AF64-7EEA1C27E05B}" type="pres">
      <dgm:prSet presAssocID="{FCAE73C6-88CB-411D-AB7D-59917CF7F514}" presName="parentText" presStyleLbl="node1" presStyleIdx="2" presStyleCnt="6">
        <dgm:presLayoutVars>
          <dgm:chMax val="0"/>
          <dgm:bulletEnabled val="1"/>
        </dgm:presLayoutVars>
      </dgm:prSet>
      <dgm:spPr/>
    </dgm:pt>
    <dgm:pt modelId="{A1ED4B8A-19DE-4CFD-A6E3-B2C4D66BC058}" type="pres">
      <dgm:prSet presAssocID="{B8F10D2E-A2EE-4E2D-A0BA-939B1BB83D30}" presName="spacer" presStyleCnt="0"/>
      <dgm:spPr/>
    </dgm:pt>
    <dgm:pt modelId="{61A78698-F180-4C79-B882-F73BE0937C25}" type="pres">
      <dgm:prSet presAssocID="{280D76FB-1714-486A-A2F4-190C280C1933}" presName="parentText" presStyleLbl="node1" presStyleIdx="3" presStyleCnt="6">
        <dgm:presLayoutVars>
          <dgm:chMax val="0"/>
          <dgm:bulletEnabled val="1"/>
        </dgm:presLayoutVars>
      </dgm:prSet>
      <dgm:spPr/>
    </dgm:pt>
    <dgm:pt modelId="{EFB621A4-FD42-4534-9188-C005722A8E8E}" type="pres">
      <dgm:prSet presAssocID="{844EAA43-AA42-4D59-A2E7-2A339F66DA7E}" presName="spacer" presStyleCnt="0"/>
      <dgm:spPr/>
    </dgm:pt>
    <dgm:pt modelId="{0567C5CF-0B48-48A1-ABC3-185FAF00BA85}" type="pres">
      <dgm:prSet presAssocID="{25A13ACF-8B9E-45AB-9FB8-7408FC74D542}" presName="parentText" presStyleLbl="node1" presStyleIdx="4" presStyleCnt="6">
        <dgm:presLayoutVars>
          <dgm:chMax val="0"/>
          <dgm:bulletEnabled val="1"/>
        </dgm:presLayoutVars>
      </dgm:prSet>
      <dgm:spPr/>
    </dgm:pt>
    <dgm:pt modelId="{28023DBC-B051-4BCB-BE96-EC75C9815D0A}" type="pres">
      <dgm:prSet presAssocID="{EFE4DC46-2A11-4087-A84C-7F4A31927EB7}" presName="spacer" presStyleCnt="0"/>
      <dgm:spPr/>
    </dgm:pt>
    <dgm:pt modelId="{4743B2A7-420D-4A05-AA96-FDD5388D1E5B}" type="pres">
      <dgm:prSet presAssocID="{241A17BD-865E-4A19-BFBF-DC42169AB423}" presName="parentText" presStyleLbl="node1" presStyleIdx="5" presStyleCnt="6">
        <dgm:presLayoutVars>
          <dgm:chMax val="0"/>
          <dgm:bulletEnabled val="1"/>
        </dgm:presLayoutVars>
      </dgm:prSet>
      <dgm:spPr/>
    </dgm:pt>
  </dgm:ptLst>
  <dgm:cxnLst>
    <dgm:cxn modelId="{04265110-0B69-4772-802F-DB2FDD662C96}" type="presOf" srcId="{241A17BD-865E-4A19-BFBF-DC42169AB423}" destId="{4743B2A7-420D-4A05-AA96-FDD5388D1E5B}" srcOrd="0" destOrd="0" presId="urn:microsoft.com/office/officeart/2005/8/layout/vList2"/>
    <dgm:cxn modelId="{02A2732B-B7F9-49C0-B3B1-E352CD333BD5}" srcId="{6A2E1547-78CE-46DB-BB2A-1CAABDAF85DD}" destId="{241A17BD-865E-4A19-BFBF-DC42169AB423}" srcOrd="5" destOrd="0" parTransId="{03DBF98A-1FC5-4105-850A-82B41CED2F8A}" sibTransId="{4C4D3B91-D177-420D-BF2D-AD6BD0CFDCEF}"/>
    <dgm:cxn modelId="{64B83E3C-4055-4E2B-AF73-CF92B2FCA635}" type="presOf" srcId="{ABD9D29E-C94E-46CF-9BC3-360A5067E480}" destId="{11AE2749-6410-43DE-8CCE-25D09CF5A0F0}" srcOrd="0" destOrd="0" presId="urn:microsoft.com/office/officeart/2005/8/layout/vList2"/>
    <dgm:cxn modelId="{79740B47-91A5-444D-8253-7152183BB74B}" srcId="{6A2E1547-78CE-46DB-BB2A-1CAABDAF85DD}" destId="{280D76FB-1714-486A-A2F4-190C280C1933}" srcOrd="3" destOrd="0" parTransId="{F3E813CB-1452-4B2D-B71D-4170F152F3BC}" sibTransId="{844EAA43-AA42-4D59-A2E7-2A339F66DA7E}"/>
    <dgm:cxn modelId="{EFA72548-11F0-4430-8097-4EF8320D4FD7}" type="presOf" srcId="{280D76FB-1714-486A-A2F4-190C280C1933}" destId="{61A78698-F180-4C79-B882-F73BE0937C25}" srcOrd="0" destOrd="0" presId="urn:microsoft.com/office/officeart/2005/8/layout/vList2"/>
    <dgm:cxn modelId="{6AE0914A-68BF-4635-AB92-6EDDA32C1161}" srcId="{6A2E1547-78CE-46DB-BB2A-1CAABDAF85DD}" destId="{25A13ACF-8B9E-45AB-9FB8-7408FC74D542}" srcOrd="4" destOrd="0" parTransId="{36FDB030-85A9-4123-9A96-06266DC41604}" sibTransId="{EFE4DC46-2A11-4087-A84C-7F4A31927EB7}"/>
    <dgm:cxn modelId="{EFBDF06A-77B4-4765-90AD-B3A5F2B0B0A3}" srcId="{6A2E1547-78CE-46DB-BB2A-1CAABDAF85DD}" destId="{ABD9D29E-C94E-46CF-9BC3-360A5067E480}" srcOrd="1" destOrd="0" parTransId="{8574EC1C-0E61-4989-A344-5A8749E57F03}" sibTransId="{12F844E5-46B9-4EB5-A743-856B68E9710C}"/>
    <dgm:cxn modelId="{1395538B-16A0-46F2-9260-64ADFD9D2129}" type="presOf" srcId="{198CD13D-E025-4D46-B729-7AA7B7508FB1}" destId="{A1F52E1B-4C17-45CF-BD44-97A5304EECC1}" srcOrd="0" destOrd="0" presId="urn:microsoft.com/office/officeart/2005/8/layout/vList2"/>
    <dgm:cxn modelId="{46AFB9A1-6D26-4FD6-A778-28F34F3B20A2}" srcId="{6A2E1547-78CE-46DB-BB2A-1CAABDAF85DD}" destId="{FCAE73C6-88CB-411D-AB7D-59917CF7F514}" srcOrd="2" destOrd="0" parTransId="{70419C0F-8E53-4F52-A64C-9D4C44032D87}" sibTransId="{B8F10D2E-A2EE-4E2D-A0BA-939B1BB83D30}"/>
    <dgm:cxn modelId="{C81075A4-EC79-4E4B-B12D-9A4C85EA77A6}" type="presOf" srcId="{6A2E1547-78CE-46DB-BB2A-1CAABDAF85DD}" destId="{8007B26A-86A5-4530-988D-D1DB077356AD}" srcOrd="0" destOrd="0" presId="urn:microsoft.com/office/officeart/2005/8/layout/vList2"/>
    <dgm:cxn modelId="{8F3437AC-48AD-46BB-88D5-939518AF6BA1}" type="presOf" srcId="{FCAE73C6-88CB-411D-AB7D-59917CF7F514}" destId="{AFDA8497-62F0-4040-AF64-7EEA1C27E05B}" srcOrd="0" destOrd="0" presId="urn:microsoft.com/office/officeart/2005/8/layout/vList2"/>
    <dgm:cxn modelId="{2F40D2B7-7544-4CDA-82CF-FA20E245280A}" srcId="{6A2E1547-78CE-46DB-BB2A-1CAABDAF85DD}" destId="{198CD13D-E025-4D46-B729-7AA7B7508FB1}" srcOrd="0" destOrd="0" parTransId="{9FD7A302-CD82-4B0B-A891-1AD8CBF17F20}" sibTransId="{2336D6A3-3583-4BFB-90D2-A7EFDF2566D2}"/>
    <dgm:cxn modelId="{1F8A92CF-E32C-4A53-81CC-006ECA9CBEDE}" type="presOf" srcId="{25A13ACF-8B9E-45AB-9FB8-7408FC74D542}" destId="{0567C5CF-0B48-48A1-ABC3-185FAF00BA85}" srcOrd="0" destOrd="0" presId="urn:microsoft.com/office/officeart/2005/8/layout/vList2"/>
    <dgm:cxn modelId="{D57B5650-DD93-445C-B8A5-8A8928FA3BDC}" type="presParOf" srcId="{8007B26A-86A5-4530-988D-D1DB077356AD}" destId="{A1F52E1B-4C17-45CF-BD44-97A5304EECC1}" srcOrd="0" destOrd="0" presId="urn:microsoft.com/office/officeart/2005/8/layout/vList2"/>
    <dgm:cxn modelId="{9FE883D7-9ADA-4B01-9344-627414E99C67}" type="presParOf" srcId="{8007B26A-86A5-4530-988D-D1DB077356AD}" destId="{3FD83310-C2A0-486C-8277-5428CD410918}" srcOrd="1" destOrd="0" presId="urn:microsoft.com/office/officeart/2005/8/layout/vList2"/>
    <dgm:cxn modelId="{8D54E748-4B97-4EB4-BA2C-E0019EBA7576}" type="presParOf" srcId="{8007B26A-86A5-4530-988D-D1DB077356AD}" destId="{11AE2749-6410-43DE-8CCE-25D09CF5A0F0}" srcOrd="2" destOrd="0" presId="urn:microsoft.com/office/officeart/2005/8/layout/vList2"/>
    <dgm:cxn modelId="{1488DD21-E128-4072-9221-F0CF78DE4534}" type="presParOf" srcId="{8007B26A-86A5-4530-988D-D1DB077356AD}" destId="{8D5319D1-0060-4D9B-8D21-E52621125244}" srcOrd="3" destOrd="0" presId="urn:microsoft.com/office/officeart/2005/8/layout/vList2"/>
    <dgm:cxn modelId="{6528163D-32D1-4C62-A43B-58692E393E56}" type="presParOf" srcId="{8007B26A-86A5-4530-988D-D1DB077356AD}" destId="{AFDA8497-62F0-4040-AF64-7EEA1C27E05B}" srcOrd="4" destOrd="0" presId="urn:microsoft.com/office/officeart/2005/8/layout/vList2"/>
    <dgm:cxn modelId="{5B7A31C5-7FC8-46C4-AA52-81F1F212C925}" type="presParOf" srcId="{8007B26A-86A5-4530-988D-D1DB077356AD}" destId="{A1ED4B8A-19DE-4CFD-A6E3-B2C4D66BC058}" srcOrd="5" destOrd="0" presId="urn:microsoft.com/office/officeart/2005/8/layout/vList2"/>
    <dgm:cxn modelId="{3FBA7F76-D507-44BA-AD3C-CE9F0F672543}" type="presParOf" srcId="{8007B26A-86A5-4530-988D-D1DB077356AD}" destId="{61A78698-F180-4C79-B882-F73BE0937C25}" srcOrd="6" destOrd="0" presId="urn:microsoft.com/office/officeart/2005/8/layout/vList2"/>
    <dgm:cxn modelId="{D790CDC7-E5D7-44F2-92BC-0B7F6F24D9A5}" type="presParOf" srcId="{8007B26A-86A5-4530-988D-D1DB077356AD}" destId="{EFB621A4-FD42-4534-9188-C005722A8E8E}" srcOrd="7" destOrd="0" presId="urn:microsoft.com/office/officeart/2005/8/layout/vList2"/>
    <dgm:cxn modelId="{57A9EF73-7727-40F9-BB93-DE121EEE8A1C}" type="presParOf" srcId="{8007B26A-86A5-4530-988D-D1DB077356AD}" destId="{0567C5CF-0B48-48A1-ABC3-185FAF00BA85}" srcOrd="8" destOrd="0" presId="urn:microsoft.com/office/officeart/2005/8/layout/vList2"/>
    <dgm:cxn modelId="{4DCDF90F-5108-40E7-9973-3DB796E62487}" type="presParOf" srcId="{8007B26A-86A5-4530-988D-D1DB077356AD}" destId="{28023DBC-B051-4BCB-BE96-EC75C9815D0A}" srcOrd="9" destOrd="0" presId="urn:microsoft.com/office/officeart/2005/8/layout/vList2"/>
    <dgm:cxn modelId="{FEEC13C7-7035-4DF9-A955-CE3417FAA547}" type="presParOf" srcId="{8007B26A-86A5-4530-988D-D1DB077356AD}" destId="{4743B2A7-420D-4A05-AA96-FDD5388D1E5B}"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9FC5490-195A-44DC-8884-59E16CB8A166}" type="doc">
      <dgm:prSet loTypeId="urn:microsoft.com/office/officeart/2005/8/layout/cycle1" loCatId="cycle" qsTypeId="urn:microsoft.com/office/officeart/2005/8/quickstyle/simple1#7" qsCatId="simple" csTypeId="urn:microsoft.com/office/officeart/2005/8/colors/accent1_2#6" csCatId="accent1" phldr="1"/>
      <dgm:spPr/>
      <dgm:t>
        <a:bodyPr/>
        <a:lstStyle/>
        <a:p>
          <a:endParaRPr lang="en-US"/>
        </a:p>
      </dgm:t>
    </dgm:pt>
    <dgm:pt modelId="{F3EC7996-B1D9-407B-93D5-F95712B5995F}">
      <dgm:prSet/>
      <dgm:spPr/>
      <dgm:t>
        <a:bodyPr/>
        <a:lstStyle/>
        <a:p>
          <a:r>
            <a:rPr lang="en-US"/>
            <a:t>• Árbol de nodos del DOM</a:t>
          </a:r>
        </a:p>
      </dgm:t>
    </dgm:pt>
    <dgm:pt modelId="{84555AD6-3338-419E-89CC-300B0F9C4B65}" type="parTrans" cxnId="{AA5AB529-5E60-4B7D-8287-B87DB9478D1E}">
      <dgm:prSet/>
      <dgm:spPr/>
      <dgm:t>
        <a:bodyPr/>
        <a:lstStyle/>
        <a:p>
          <a:endParaRPr lang="en-US"/>
        </a:p>
      </dgm:t>
    </dgm:pt>
    <dgm:pt modelId="{80BF10AA-DF7D-4ACA-B8C6-58D335BB75EA}" type="sibTrans" cxnId="{AA5AB529-5E60-4B7D-8287-B87DB9478D1E}">
      <dgm:prSet/>
      <dgm:spPr/>
      <dgm:t>
        <a:bodyPr/>
        <a:lstStyle/>
        <a:p>
          <a:endParaRPr lang="en-US"/>
        </a:p>
      </dgm:t>
    </dgm:pt>
    <dgm:pt modelId="{7B73C21C-4C20-440E-A890-890FED2B67C2}">
      <dgm:prSet/>
      <dgm:spPr/>
      <dgm:t>
        <a:bodyPr/>
        <a:lstStyle/>
        <a:p>
          <a:r>
            <a:rPr lang="en-US"/>
            <a:t>• Tipos de nodos</a:t>
          </a:r>
        </a:p>
      </dgm:t>
    </dgm:pt>
    <dgm:pt modelId="{273D64A6-0727-4346-88D0-B2AF3CC6EF09}" type="parTrans" cxnId="{3F7C7D28-4F21-4F61-8437-C79AA9D76A31}">
      <dgm:prSet/>
      <dgm:spPr/>
      <dgm:t>
        <a:bodyPr/>
        <a:lstStyle/>
        <a:p>
          <a:endParaRPr lang="en-US"/>
        </a:p>
      </dgm:t>
    </dgm:pt>
    <dgm:pt modelId="{2C9CED30-7817-4CAC-A8BC-62438C42B279}" type="sibTrans" cxnId="{3F7C7D28-4F21-4F61-8437-C79AA9D76A31}">
      <dgm:prSet/>
      <dgm:spPr/>
      <dgm:t>
        <a:bodyPr/>
        <a:lstStyle/>
        <a:p>
          <a:endParaRPr lang="en-US"/>
        </a:p>
      </dgm:t>
    </dgm:pt>
    <dgm:pt modelId="{0DBE4E2B-2A40-4741-8427-14537F0BB9FC}">
      <dgm:prSet/>
      <dgm:spPr/>
      <dgm:t>
        <a:bodyPr/>
        <a:lstStyle/>
        <a:p>
          <a:r>
            <a:rPr lang="en-US"/>
            <a:t>• Acceso directo a los nodos</a:t>
          </a:r>
        </a:p>
      </dgm:t>
    </dgm:pt>
    <dgm:pt modelId="{3EC7B299-71C2-4B65-A375-0AC6F1A3C725}" type="parTrans" cxnId="{72863578-FB37-44AD-8333-6859639FD5E4}">
      <dgm:prSet/>
      <dgm:spPr/>
      <dgm:t>
        <a:bodyPr/>
        <a:lstStyle/>
        <a:p>
          <a:endParaRPr lang="en-US"/>
        </a:p>
      </dgm:t>
    </dgm:pt>
    <dgm:pt modelId="{F5E2D383-965E-4D43-91B3-9B135786D0C3}" type="sibTrans" cxnId="{72863578-FB37-44AD-8333-6859639FD5E4}">
      <dgm:prSet/>
      <dgm:spPr/>
      <dgm:t>
        <a:bodyPr/>
        <a:lstStyle/>
        <a:p>
          <a:endParaRPr lang="en-US"/>
        </a:p>
      </dgm:t>
    </dgm:pt>
    <dgm:pt modelId="{4EC82D57-EF21-4929-9ED5-47219AEE164A}">
      <dgm:prSet/>
      <dgm:spPr/>
      <dgm:t>
        <a:bodyPr/>
        <a:lstStyle/>
        <a:p>
          <a:r>
            <a:rPr lang="en-US"/>
            <a:t>• Creación y eliminación de elementos</a:t>
          </a:r>
        </a:p>
      </dgm:t>
    </dgm:pt>
    <dgm:pt modelId="{973440F4-C188-4EFB-ABA6-0D1D5B1571BB}" type="parTrans" cxnId="{86057A83-B2E7-45D4-BEA6-CCAF43AACE57}">
      <dgm:prSet/>
      <dgm:spPr/>
      <dgm:t>
        <a:bodyPr/>
        <a:lstStyle/>
        <a:p>
          <a:endParaRPr lang="en-US"/>
        </a:p>
      </dgm:t>
    </dgm:pt>
    <dgm:pt modelId="{717144A3-55C4-4879-AF17-1F29059825C0}" type="sibTrans" cxnId="{86057A83-B2E7-45D4-BEA6-CCAF43AACE57}">
      <dgm:prSet/>
      <dgm:spPr/>
      <dgm:t>
        <a:bodyPr/>
        <a:lstStyle/>
        <a:p>
          <a:endParaRPr lang="en-US"/>
        </a:p>
      </dgm:t>
    </dgm:pt>
    <dgm:pt modelId="{EC11D8A8-CD49-4256-9BDB-A7CE4D246914}">
      <dgm:prSet/>
      <dgm:spPr/>
      <dgm:t>
        <a:bodyPr/>
        <a:lstStyle/>
        <a:p>
          <a:r>
            <a:rPr lang="en-US" dirty="0"/>
            <a:t>• </a:t>
          </a:r>
          <a:r>
            <a:rPr lang="en-US" dirty="0" err="1"/>
            <a:t>Acceso</a:t>
          </a:r>
          <a:r>
            <a:rPr lang="en-US" dirty="0"/>
            <a:t> y </a:t>
          </a:r>
          <a:r>
            <a:rPr lang="en-US" dirty="0" err="1"/>
            <a:t>modificación</a:t>
          </a:r>
          <a:r>
            <a:rPr lang="en-US" dirty="0"/>
            <a:t> de </a:t>
          </a:r>
          <a:r>
            <a:rPr lang="en-US" dirty="0" err="1"/>
            <a:t>atributos</a:t>
          </a:r>
          <a:r>
            <a:rPr lang="en-US" dirty="0"/>
            <a:t> HTML</a:t>
          </a:r>
        </a:p>
      </dgm:t>
    </dgm:pt>
    <dgm:pt modelId="{CA04E83A-0F56-47EF-9A91-C0710FB7925F}" type="parTrans" cxnId="{F1FF33B8-543D-423D-AFC0-7F9D9694BD18}">
      <dgm:prSet/>
      <dgm:spPr/>
      <dgm:t>
        <a:bodyPr/>
        <a:lstStyle/>
        <a:p>
          <a:endParaRPr lang="en-US"/>
        </a:p>
      </dgm:t>
    </dgm:pt>
    <dgm:pt modelId="{DC58205C-83C7-454F-84A7-1D586D6CB79D}" type="sibTrans" cxnId="{F1FF33B8-543D-423D-AFC0-7F9D9694BD18}">
      <dgm:prSet/>
      <dgm:spPr/>
      <dgm:t>
        <a:bodyPr/>
        <a:lstStyle/>
        <a:p>
          <a:endParaRPr lang="en-US"/>
        </a:p>
      </dgm:t>
    </dgm:pt>
    <dgm:pt modelId="{573DAC71-9004-4B1F-B235-90E281F2A9C5}">
      <dgm:prSet/>
      <dgm:spPr/>
      <dgm:t>
        <a:bodyPr/>
        <a:lstStyle/>
        <a:p>
          <a:r>
            <a:rPr lang="en-US"/>
            <a:t>• Manipulación dinámica del HTML</a:t>
          </a:r>
        </a:p>
      </dgm:t>
    </dgm:pt>
    <dgm:pt modelId="{667F1DBC-30AD-4E23-9854-57D30CD9179C}" type="parTrans" cxnId="{4D7E007E-179B-43CC-AFA3-4E2E37D73BA8}">
      <dgm:prSet/>
      <dgm:spPr/>
      <dgm:t>
        <a:bodyPr/>
        <a:lstStyle/>
        <a:p>
          <a:endParaRPr lang="en-US"/>
        </a:p>
      </dgm:t>
    </dgm:pt>
    <dgm:pt modelId="{AF35E5DD-65E8-486B-9411-742E3ABCE782}" type="sibTrans" cxnId="{4D7E007E-179B-43CC-AFA3-4E2E37D73BA8}">
      <dgm:prSet/>
      <dgm:spPr/>
      <dgm:t>
        <a:bodyPr/>
        <a:lstStyle/>
        <a:p>
          <a:endParaRPr lang="en-US"/>
        </a:p>
      </dgm:t>
    </dgm:pt>
    <dgm:pt modelId="{F2C65804-7B64-4ADD-93B9-A88188725D41}" type="pres">
      <dgm:prSet presAssocID="{F9FC5490-195A-44DC-8884-59E16CB8A166}" presName="cycle" presStyleCnt="0">
        <dgm:presLayoutVars>
          <dgm:dir/>
          <dgm:resizeHandles val="exact"/>
        </dgm:presLayoutVars>
      </dgm:prSet>
      <dgm:spPr/>
    </dgm:pt>
    <dgm:pt modelId="{73E78DCC-F54A-4962-A31D-248D711DF65D}" type="pres">
      <dgm:prSet presAssocID="{F3EC7996-B1D9-407B-93D5-F95712B5995F}" presName="dummy" presStyleCnt="0"/>
      <dgm:spPr/>
    </dgm:pt>
    <dgm:pt modelId="{2A9E22C9-07F1-4A99-9E71-3092151FEEA5}" type="pres">
      <dgm:prSet presAssocID="{F3EC7996-B1D9-407B-93D5-F95712B5995F}" presName="node" presStyleLbl="revTx" presStyleIdx="0" presStyleCnt="6">
        <dgm:presLayoutVars>
          <dgm:bulletEnabled val="1"/>
        </dgm:presLayoutVars>
      </dgm:prSet>
      <dgm:spPr/>
    </dgm:pt>
    <dgm:pt modelId="{D56A5BEF-934A-49EF-BB53-D3D470CFC07B}" type="pres">
      <dgm:prSet presAssocID="{80BF10AA-DF7D-4ACA-B8C6-58D335BB75EA}" presName="sibTrans" presStyleLbl="node1" presStyleIdx="0" presStyleCnt="6"/>
      <dgm:spPr/>
    </dgm:pt>
    <dgm:pt modelId="{C42AED64-1667-4D85-A076-3B8942E294AC}" type="pres">
      <dgm:prSet presAssocID="{7B73C21C-4C20-440E-A890-890FED2B67C2}" presName="dummy" presStyleCnt="0"/>
      <dgm:spPr/>
    </dgm:pt>
    <dgm:pt modelId="{948D5B23-E0C3-4E16-8244-35DBBEC9CD81}" type="pres">
      <dgm:prSet presAssocID="{7B73C21C-4C20-440E-A890-890FED2B67C2}" presName="node" presStyleLbl="revTx" presStyleIdx="1" presStyleCnt="6">
        <dgm:presLayoutVars>
          <dgm:bulletEnabled val="1"/>
        </dgm:presLayoutVars>
      </dgm:prSet>
      <dgm:spPr/>
    </dgm:pt>
    <dgm:pt modelId="{9705D803-A3EF-4C41-B483-6517BEAF1BA9}" type="pres">
      <dgm:prSet presAssocID="{2C9CED30-7817-4CAC-A8BC-62438C42B279}" presName="sibTrans" presStyleLbl="node1" presStyleIdx="1" presStyleCnt="6"/>
      <dgm:spPr/>
    </dgm:pt>
    <dgm:pt modelId="{0E9CCE27-D6D1-47B8-91B5-FD52CA9D67F4}" type="pres">
      <dgm:prSet presAssocID="{0DBE4E2B-2A40-4741-8427-14537F0BB9FC}" presName="dummy" presStyleCnt="0"/>
      <dgm:spPr/>
    </dgm:pt>
    <dgm:pt modelId="{B89F5E81-0911-4626-AD71-EBC5BEF5C5E5}" type="pres">
      <dgm:prSet presAssocID="{0DBE4E2B-2A40-4741-8427-14537F0BB9FC}" presName="node" presStyleLbl="revTx" presStyleIdx="2" presStyleCnt="6">
        <dgm:presLayoutVars>
          <dgm:bulletEnabled val="1"/>
        </dgm:presLayoutVars>
      </dgm:prSet>
      <dgm:spPr/>
    </dgm:pt>
    <dgm:pt modelId="{C63967EE-97C9-4347-A8AD-B29B9587D44B}" type="pres">
      <dgm:prSet presAssocID="{F5E2D383-965E-4D43-91B3-9B135786D0C3}" presName="sibTrans" presStyleLbl="node1" presStyleIdx="2" presStyleCnt="6"/>
      <dgm:spPr/>
    </dgm:pt>
    <dgm:pt modelId="{D8F1E334-7DBC-414F-BE07-6C42279AA7BD}" type="pres">
      <dgm:prSet presAssocID="{4EC82D57-EF21-4929-9ED5-47219AEE164A}" presName="dummy" presStyleCnt="0"/>
      <dgm:spPr/>
    </dgm:pt>
    <dgm:pt modelId="{864A296A-97B1-4C50-933F-1F4B12BA2E7A}" type="pres">
      <dgm:prSet presAssocID="{4EC82D57-EF21-4929-9ED5-47219AEE164A}" presName="node" presStyleLbl="revTx" presStyleIdx="3" presStyleCnt="6">
        <dgm:presLayoutVars>
          <dgm:bulletEnabled val="1"/>
        </dgm:presLayoutVars>
      </dgm:prSet>
      <dgm:spPr/>
    </dgm:pt>
    <dgm:pt modelId="{997936CA-1126-44B3-A988-0C4A6ABC45C7}" type="pres">
      <dgm:prSet presAssocID="{717144A3-55C4-4879-AF17-1F29059825C0}" presName="sibTrans" presStyleLbl="node1" presStyleIdx="3" presStyleCnt="6"/>
      <dgm:spPr/>
    </dgm:pt>
    <dgm:pt modelId="{8F115AE8-ACD3-4570-8B98-79DC13583F4C}" type="pres">
      <dgm:prSet presAssocID="{EC11D8A8-CD49-4256-9BDB-A7CE4D246914}" presName="dummy" presStyleCnt="0"/>
      <dgm:spPr/>
    </dgm:pt>
    <dgm:pt modelId="{CB3B933C-9568-4F8D-9053-471B5AA611EF}" type="pres">
      <dgm:prSet presAssocID="{EC11D8A8-CD49-4256-9BDB-A7CE4D246914}" presName="node" presStyleLbl="revTx" presStyleIdx="4" presStyleCnt="6">
        <dgm:presLayoutVars>
          <dgm:bulletEnabled val="1"/>
        </dgm:presLayoutVars>
      </dgm:prSet>
      <dgm:spPr/>
    </dgm:pt>
    <dgm:pt modelId="{053F3296-C2A5-4B12-BCF3-3FB164CA2C84}" type="pres">
      <dgm:prSet presAssocID="{DC58205C-83C7-454F-84A7-1D586D6CB79D}" presName="sibTrans" presStyleLbl="node1" presStyleIdx="4" presStyleCnt="6"/>
      <dgm:spPr/>
    </dgm:pt>
    <dgm:pt modelId="{BFFFCFB8-62BD-42EE-B8BD-189B7CF9E9F2}" type="pres">
      <dgm:prSet presAssocID="{573DAC71-9004-4B1F-B235-90E281F2A9C5}" presName="dummy" presStyleCnt="0"/>
      <dgm:spPr/>
    </dgm:pt>
    <dgm:pt modelId="{6FEEF7DF-32A5-485A-8840-759FCF597F9E}" type="pres">
      <dgm:prSet presAssocID="{573DAC71-9004-4B1F-B235-90E281F2A9C5}" presName="node" presStyleLbl="revTx" presStyleIdx="5" presStyleCnt="6">
        <dgm:presLayoutVars>
          <dgm:bulletEnabled val="1"/>
        </dgm:presLayoutVars>
      </dgm:prSet>
      <dgm:spPr/>
    </dgm:pt>
    <dgm:pt modelId="{D2C6B2AC-4BDD-46E6-9740-D484D4137919}" type="pres">
      <dgm:prSet presAssocID="{AF35E5DD-65E8-486B-9411-742E3ABCE782}" presName="sibTrans" presStyleLbl="node1" presStyleIdx="5" presStyleCnt="6"/>
      <dgm:spPr/>
    </dgm:pt>
  </dgm:ptLst>
  <dgm:cxnLst>
    <dgm:cxn modelId="{D4EE7404-59EE-46D2-9FD2-760C65925429}" type="presOf" srcId="{80BF10AA-DF7D-4ACA-B8C6-58D335BB75EA}" destId="{D56A5BEF-934A-49EF-BB53-D3D470CFC07B}" srcOrd="0" destOrd="0" presId="urn:microsoft.com/office/officeart/2005/8/layout/cycle1"/>
    <dgm:cxn modelId="{B428C01D-3C61-4633-8CE1-7B0D1E46857E}" type="presOf" srcId="{2C9CED30-7817-4CAC-A8BC-62438C42B279}" destId="{9705D803-A3EF-4C41-B483-6517BEAF1BA9}" srcOrd="0" destOrd="0" presId="urn:microsoft.com/office/officeart/2005/8/layout/cycle1"/>
    <dgm:cxn modelId="{3F7C7D28-4F21-4F61-8437-C79AA9D76A31}" srcId="{F9FC5490-195A-44DC-8884-59E16CB8A166}" destId="{7B73C21C-4C20-440E-A890-890FED2B67C2}" srcOrd="1" destOrd="0" parTransId="{273D64A6-0727-4346-88D0-B2AF3CC6EF09}" sibTransId="{2C9CED30-7817-4CAC-A8BC-62438C42B279}"/>
    <dgm:cxn modelId="{AA5AB529-5E60-4B7D-8287-B87DB9478D1E}" srcId="{F9FC5490-195A-44DC-8884-59E16CB8A166}" destId="{F3EC7996-B1D9-407B-93D5-F95712B5995F}" srcOrd="0" destOrd="0" parTransId="{84555AD6-3338-419E-89CC-300B0F9C4B65}" sibTransId="{80BF10AA-DF7D-4ACA-B8C6-58D335BB75EA}"/>
    <dgm:cxn modelId="{064D485D-F5A9-4AC1-80DD-979D53CC3C0D}" type="presOf" srcId="{7B73C21C-4C20-440E-A890-890FED2B67C2}" destId="{948D5B23-E0C3-4E16-8244-35DBBEC9CD81}" srcOrd="0" destOrd="0" presId="urn:microsoft.com/office/officeart/2005/8/layout/cycle1"/>
    <dgm:cxn modelId="{CB308141-B782-42EF-98F5-AAA89DE6C86B}" type="presOf" srcId="{DC58205C-83C7-454F-84A7-1D586D6CB79D}" destId="{053F3296-C2A5-4B12-BCF3-3FB164CA2C84}" srcOrd="0" destOrd="0" presId="urn:microsoft.com/office/officeart/2005/8/layout/cycle1"/>
    <dgm:cxn modelId="{2B0FB871-E8D2-41E7-BD42-F62C8C7971DD}" type="presOf" srcId="{0DBE4E2B-2A40-4741-8427-14537F0BB9FC}" destId="{B89F5E81-0911-4626-AD71-EBC5BEF5C5E5}" srcOrd="0" destOrd="0" presId="urn:microsoft.com/office/officeart/2005/8/layout/cycle1"/>
    <dgm:cxn modelId="{80582557-00A3-4FBE-9ED5-01549E1E98FB}" type="presOf" srcId="{AF35E5DD-65E8-486B-9411-742E3ABCE782}" destId="{D2C6B2AC-4BDD-46E6-9740-D484D4137919}" srcOrd="0" destOrd="0" presId="urn:microsoft.com/office/officeart/2005/8/layout/cycle1"/>
    <dgm:cxn modelId="{72863578-FB37-44AD-8333-6859639FD5E4}" srcId="{F9FC5490-195A-44DC-8884-59E16CB8A166}" destId="{0DBE4E2B-2A40-4741-8427-14537F0BB9FC}" srcOrd="2" destOrd="0" parTransId="{3EC7B299-71C2-4B65-A375-0AC6F1A3C725}" sibTransId="{F5E2D383-965E-4D43-91B3-9B135786D0C3}"/>
    <dgm:cxn modelId="{4D7E007E-179B-43CC-AFA3-4E2E37D73BA8}" srcId="{F9FC5490-195A-44DC-8884-59E16CB8A166}" destId="{573DAC71-9004-4B1F-B235-90E281F2A9C5}" srcOrd="5" destOrd="0" parTransId="{667F1DBC-30AD-4E23-9854-57D30CD9179C}" sibTransId="{AF35E5DD-65E8-486B-9411-742E3ABCE782}"/>
    <dgm:cxn modelId="{86057A83-B2E7-45D4-BEA6-CCAF43AACE57}" srcId="{F9FC5490-195A-44DC-8884-59E16CB8A166}" destId="{4EC82D57-EF21-4929-9ED5-47219AEE164A}" srcOrd="3" destOrd="0" parTransId="{973440F4-C188-4EFB-ABA6-0D1D5B1571BB}" sibTransId="{717144A3-55C4-4879-AF17-1F29059825C0}"/>
    <dgm:cxn modelId="{1D2AAF88-7C84-411F-9258-D2D658335DEC}" type="presOf" srcId="{F3EC7996-B1D9-407B-93D5-F95712B5995F}" destId="{2A9E22C9-07F1-4A99-9E71-3092151FEEA5}" srcOrd="0" destOrd="0" presId="urn:microsoft.com/office/officeart/2005/8/layout/cycle1"/>
    <dgm:cxn modelId="{6FE3A88A-D880-4CE3-8BF9-A1BEA0B26B85}" type="presOf" srcId="{F5E2D383-965E-4D43-91B3-9B135786D0C3}" destId="{C63967EE-97C9-4347-A8AD-B29B9587D44B}" srcOrd="0" destOrd="0" presId="urn:microsoft.com/office/officeart/2005/8/layout/cycle1"/>
    <dgm:cxn modelId="{5039CC9F-BDF5-4813-A08E-7848E00632FA}" type="presOf" srcId="{4EC82D57-EF21-4929-9ED5-47219AEE164A}" destId="{864A296A-97B1-4C50-933F-1F4B12BA2E7A}" srcOrd="0" destOrd="0" presId="urn:microsoft.com/office/officeart/2005/8/layout/cycle1"/>
    <dgm:cxn modelId="{377127A0-A9C6-46C5-97E0-EBEE423D68B1}" type="presOf" srcId="{573DAC71-9004-4B1F-B235-90E281F2A9C5}" destId="{6FEEF7DF-32A5-485A-8840-759FCF597F9E}" srcOrd="0" destOrd="0" presId="urn:microsoft.com/office/officeart/2005/8/layout/cycle1"/>
    <dgm:cxn modelId="{FD656FAB-B175-4F06-A190-FFCEEA7E77A9}" type="presOf" srcId="{EC11D8A8-CD49-4256-9BDB-A7CE4D246914}" destId="{CB3B933C-9568-4F8D-9053-471B5AA611EF}" srcOrd="0" destOrd="0" presId="urn:microsoft.com/office/officeart/2005/8/layout/cycle1"/>
    <dgm:cxn modelId="{634F0CB5-ABEC-43D7-B582-349890C33EBD}" type="presOf" srcId="{717144A3-55C4-4879-AF17-1F29059825C0}" destId="{997936CA-1126-44B3-A988-0C4A6ABC45C7}" srcOrd="0" destOrd="0" presId="urn:microsoft.com/office/officeart/2005/8/layout/cycle1"/>
    <dgm:cxn modelId="{F1FF33B8-543D-423D-AFC0-7F9D9694BD18}" srcId="{F9FC5490-195A-44DC-8884-59E16CB8A166}" destId="{EC11D8A8-CD49-4256-9BDB-A7CE4D246914}" srcOrd="4" destOrd="0" parTransId="{CA04E83A-0F56-47EF-9A91-C0710FB7925F}" sibTransId="{DC58205C-83C7-454F-84A7-1D586D6CB79D}"/>
    <dgm:cxn modelId="{AB0A8ED0-754C-497D-93A2-E2FDA7A01473}" type="presOf" srcId="{F9FC5490-195A-44DC-8884-59E16CB8A166}" destId="{F2C65804-7B64-4ADD-93B9-A88188725D41}" srcOrd="0" destOrd="0" presId="urn:microsoft.com/office/officeart/2005/8/layout/cycle1"/>
    <dgm:cxn modelId="{412A5939-90A5-467A-ABDB-AFE0D94D0AD3}" type="presParOf" srcId="{F2C65804-7B64-4ADD-93B9-A88188725D41}" destId="{73E78DCC-F54A-4962-A31D-248D711DF65D}" srcOrd="0" destOrd="0" presId="urn:microsoft.com/office/officeart/2005/8/layout/cycle1"/>
    <dgm:cxn modelId="{52C8B1F1-55CF-441C-B968-E5F0CFD67BBF}" type="presParOf" srcId="{F2C65804-7B64-4ADD-93B9-A88188725D41}" destId="{2A9E22C9-07F1-4A99-9E71-3092151FEEA5}" srcOrd="1" destOrd="0" presId="urn:microsoft.com/office/officeart/2005/8/layout/cycle1"/>
    <dgm:cxn modelId="{F7F40AC1-4F5E-4A96-B1A5-09342A487C91}" type="presParOf" srcId="{F2C65804-7B64-4ADD-93B9-A88188725D41}" destId="{D56A5BEF-934A-49EF-BB53-D3D470CFC07B}" srcOrd="2" destOrd="0" presId="urn:microsoft.com/office/officeart/2005/8/layout/cycle1"/>
    <dgm:cxn modelId="{BF06CE7F-6E1B-4740-A672-CAEDDCDD7B41}" type="presParOf" srcId="{F2C65804-7B64-4ADD-93B9-A88188725D41}" destId="{C42AED64-1667-4D85-A076-3B8942E294AC}" srcOrd="3" destOrd="0" presId="urn:microsoft.com/office/officeart/2005/8/layout/cycle1"/>
    <dgm:cxn modelId="{25507493-75F1-4598-9144-366DE058D770}" type="presParOf" srcId="{F2C65804-7B64-4ADD-93B9-A88188725D41}" destId="{948D5B23-E0C3-4E16-8244-35DBBEC9CD81}" srcOrd="4" destOrd="0" presId="urn:microsoft.com/office/officeart/2005/8/layout/cycle1"/>
    <dgm:cxn modelId="{C62CC5D9-60D8-4FC3-A5DE-102CB3FC9B32}" type="presParOf" srcId="{F2C65804-7B64-4ADD-93B9-A88188725D41}" destId="{9705D803-A3EF-4C41-B483-6517BEAF1BA9}" srcOrd="5" destOrd="0" presId="urn:microsoft.com/office/officeart/2005/8/layout/cycle1"/>
    <dgm:cxn modelId="{E87BF28A-402E-404D-A8D1-E878E6DEA628}" type="presParOf" srcId="{F2C65804-7B64-4ADD-93B9-A88188725D41}" destId="{0E9CCE27-D6D1-47B8-91B5-FD52CA9D67F4}" srcOrd="6" destOrd="0" presId="urn:microsoft.com/office/officeart/2005/8/layout/cycle1"/>
    <dgm:cxn modelId="{2DB15156-43F3-4DDB-979E-CCA94708670B}" type="presParOf" srcId="{F2C65804-7B64-4ADD-93B9-A88188725D41}" destId="{B89F5E81-0911-4626-AD71-EBC5BEF5C5E5}" srcOrd="7" destOrd="0" presId="urn:microsoft.com/office/officeart/2005/8/layout/cycle1"/>
    <dgm:cxn modelId="{43839486-6B55-4239-978D-C7DCBBCFA713}" type="presParOf" srcId="{F2C65804-7B64-4ADD-93B9-A88188725D41}" destId="{C63967EE-97C9-4347-A8AD-B29B9587D44B}" srcOrd="8" destOrd="0" presId="urn:microsoft.com/office/officeart/2005/8/layout/cycle1"/>
    <dgm:cxn modelId="{0329BB3F-DF05-461A-97E9-8261D3E2F04B}" type="presParOf" srcId="{F2C65804-7B64-4ADD-93B9-A88188725D41}" destId="{D8F1E334-7DBC-414F-BE07-6C42279AA7BD}" srcOrd="9" destOrd="0" presId="urn:microsoft.com/office/officeart/2005/8/layout/cycle1"/>
    <dgm:cxn modelId="{4A0F25A4-3DD1-49C9-B3D5-1A07824C6F02}" type="presParOf" srcId="{F2C65804-7B64-4ADD-93B9-A88188725D41}" destId="{864A296A-97B1-4C50-933F-1F4B12BA2E7A}" srcOrd="10" destOrd="0" presId="urn:microsoft.com/office/officeart/2005/8/layout/cycle1"/>
    <dgm:cxn modelId="{0221B983-213D-497E-8CF3-757D3869240B}" type="presParOf" srcId="{F2C65804-7B64-4ADD-93B9-A88188725D41}" destId="{997936CA-1126-44B3-A988-0C4A6ABC45C7}" srcOrd="11" destOrd="0" presId="urn:microsoft.com/office/officeart/2005/8/layout/cycle1"/>
    <dgm:cxn modelId="{0C83C865-0635-4070-AECE-D53C17C4F61C}" type="presParOf" srcId="{F2C65804-7B64-4ADD-93B9-A88188725D41}" destId="{8F115AE8-ACD3-4570-8B98-79DC13583F4C}" srcOrd="12" destOrd="0" presId="urn:microsoft.com/office/officeart/2005/8/layout/cycle1"/>
    <dgm:cxn modelId="{386D6100-E405-444E-90FB-BC3067DE960D}" type="presParOf" srcId="{F2C65804-7B64-4ADD-93B9-A88188725D41}" destId="{CB3B933C-9568-4F8D-9053-471B5AA611EF}" srcOrd="13" destOrd="0" presId="urn:microsoft.com/office/officeart/2005/8/layout/cycle1"/>
    <dgm:cxn modelId="{3B0540C5-A130-4B8B-90B9-98E5885ACD72}" type="presParOf" srcId="{F2C65804-7B64-4ADD-93B9-A88188725D41}" destId="{053F3296-C2A5-4B12-BCF3-3FB164CA2C84}" srcOrd="14" destOrd="0" presId="urn:microsoft.com/office/officeart/2005/8/layout/cycle1"/>
    <dgm:cxn modelId="{F6DB3A94-F958-42AC-8B39-BB512E0DE3EF}" type="presParOf" srcId="{F2C65804-7B64-4ADD-93B9-A88188725D41}" destId="{BFFFCFB8-62BD-42EE-B8BD-189B7CF9E9F2}" srcOrd="15" destOrd="0" presId="urn:microsoft.com/office/officeart/2005/8/layout/cycle1"/>
    <dgm:cxn modelId="{C1197899-35A1-48D8-94CA-B6248DFF92CC}" type="presParOf" srcId="{F2C65804-7B64-4ADD-93B9-A88188725D41}" destId="{6FEEF7DF-32A5-485A-8840-759FCF597F9E}" srcOrd="16" destOrd="0" presId="urn:microsoft.com/office/officeart/2005/8/layout/cycle1"/>
    <dgm:cxn modelId="{B6645613-FBA5-4F09-B594-6B3396D9A54D}" type="presParOf" srcId="{F2C65804-7B64-4ADD-93B9-A88188725D41}" destId="{D2C6B2AC-4BDD-46E6-9740-D484D4137919}" srcOrd="17"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8A5E58A-8F3B-4731-BD4F-DA9517F6CE01}" type="doc">
      <dgm:prSet loTypeId="urn:microsoft.com/office/officeart/2008/layout/LinedList" loCatId="list" qsTypeId="urn:microsoft.com/office/officeart/2005/8/quickstyle/simple1#8" qsCatId="simple" csTypeId="urn:microsoft.com/office/officeart/2005/8/colors/accent1_2#7" csCatId="accent1"/>
      <dgm:spPr/>
      <dgm:t>
        <a:bodyPr/>
        <a:lstStyle/>
        <a:p>
          <a:endParaRPr lang="en-US"/>
        </a:p>
      </dgm:t>
    </dgm:pt>
    <dgm:pt modelId="{EC8CC3E2-FDFC-4E9C-9851-A79F706D01A1}">
      <dgm:prSet/>
      <dgm:spPr/>
      <dgm:t>
        <a:bodyPr/>
        <a:lstStyle/>
        <a:p>
          <a:r>
            <a:rPr lang="en-US"/>
            <a:t>• Modelos de eventos</a:t>
          </a:r>
        </a:p>
      </dgm:t>
    </dgm:pt>
    <dgm:pt modelId="{589833C9-EA8B-46FE-9122-428EDAE60E2D}" type="parTrans" cxnId="{9EBC167B-D8F7-4B9C-B542-B21775405198}">
      <dgm:prSet/>
      <dgm:spPr/>
      <dgm:t>
        <a:bodyPr/>
        <a:lstStyle/>
        <a:p>
          <a:endParaRPr lang="en-US"/>
        </a:p>
      </dgm:t>
    </dgm:pt>
    <dgm:pt modelId="{4E5EE0BE-2293-4A02-9D73-DB54D5590984}" type="sibTrans" cxnId="{9EBC167B-D8F7-4B9C-B542-B21775405198}">
      <dgm:prSet/>
      <dgm:spPr/>
      <dgm:t>
        <a:bodyPr/>
        <a:lstStyle/>
        <a:p>
          <a:endParaRPr lang="en-US"/>
        </a:p>
      </dgm:t>
    </dgm:pt>
    <dgm:pt modelId="{5F67FC7F-2CF0-4B8A-B599-2CB1E3FD12FD}">
      <dgm:prSet/>
      <dgm:spPr/>
      <dgm:t>
        <a:bodyPr/>
        <a:lstStyle/>
        <a:p>
          <a:r>
            <a:rPr lang="en-US"/>
            <a:t>• Modelo básico de eventos</a:t>
          </a:r>
        </a:p>
      </dgm:t>
    </dgm:pt>
    <dgm:pt modelId="{79819EBD-5224-4EFA-BBF7-0608134B8B97}" type="parTrans" cxnId="{D73F0B08-BA0A-4DF7-B5F4-08028CB2D111}">
      <dgm:prSet/>
      <dgm:spPr/>
      <dgm:t>
        <a:bodyPr/>
        <a:lstStyle/>
        <a:p>
          <a:endParaRPr lang="en-US"/>
        </a:p>
      </dgm:t>
    </dgm:pt>
    <dgm:pt modelId="{4208557A-33FE-4BBD-B3B0-13745FEE2413}" type="sibTrans" cxnId="{D73F0B08-BA0A-4DF7-B5F4-08028CB2D111}">
      <dgm:prSet/>
      <dgm:spPr/>
      <dgm:t>
        <a:bodyPr/>
        <a:lstStyle/>
        <a:p>
          <a:endParaRPr lang="en-US"/>
        </a:p>
      </dgm:t>
    </dgm:pt>
    <dgm:pt modelId="{BF53DF54-C61F-4109-B8B7-CD7072EA126D}">
      <dgm:prSet/>
      <dgm:spPr/>
      <dgm:t>
        <a:bodyPr/>
        <a:lstStyle/>
        <a:p>
          <a:r>
            <a:rPr lang="en-US"/>
            <a:t>• Event listeners</a:t>
          </a:r>
        </a:p>
      </dgm:t>
    </dgm:pt>
    <dgm:pt modelId="{8DA2AFB6-BF93-45AB-99F1-922D7E9CD91B}" type="parTrans" cxnId="{762AA834-93D4-486C-9059-96F80FEA233C}">
      <dgm:prSet/>
      <dgm:spPr/>
      <dgm:t>
        <a:bodyPr/>
        <a:lstStyle/>
        <a:p>
          <a:endParaRPr lang="en-US"/>
        </a:p>
      </dgm:t>
    </dgm:pt>
    <dgm:pt modelId="{D309E848-27CB-4DF6-A2D3-93CDFD644FA4}" type="sibTrans" cxnId="{762AA834-93D4-486C-9059-96F80FEA233C}">
      <dgm:prSet/>
      <dgm:spPr/>
      <dgm:t>
        <a:bodyPr/>
        <a:lstStyle/>
        <a:p>
          <a:endParaRPr lang="en-US"/>
        </a:p>
      </dgm:t>
    </dgm:pt>
    <dgm:pt modelId="{599208F0-217F-4593-B918-820581C6E200}">
      <dgm:prSet/>
      <dgm:spPr/>
      <dgm:t>
        <a:bodyPr/>
        <a:lstStyle/>
        <a:p>
          <a:r>
            <a:rPr lang="en-US"/>
            <a:t>• Objeto event</a:t>
          </a:r>
        </a:p>
      </dgm:t>
    </dgm:pt>
    <dgm:pt modelId="{426BC625-DA9A-4E90-B6FC-E5EDCDE47A2F}" type="parTrans" cxnId="{37D47D67-5F3D-4EFC-A310-313F1A027A77}">
      <dgm:prSet/>
      <dgm:spPr/>
      <dgm:t>
        <a:bodyPr/>
        <a:lstStyle/>
        <a:p>
          <a:endParaRPr lang="en-US"/>
        </a:p>
      </dgm:t>
    </dgm:pt>
    <dgm:pt modelId="{F3EFCBF3-C152-4106-803A-F6CC544D48EB}" type="sibTrans" cxnId="{37D47D67-5F3D-4EFC-A310-313F1A027A77}">
      <dgm:prSet/>
      <dgm:spPr/>
      <dgm:t>
        <a:bodyPr/>
        <a:lstStyle/>
        <a:p>
          <a:endParaRPr lang="en-US"/>
        </a:p>
      </dgm:t>
    </dgm:pt>
    <dgm:pt modelId="{9676410F-E0A7-48D9-A455-CF85AEDEDF5F}">
      <dgm:prSet/>
      <dgm:spPr/>
      <dgm:t>
        <a:bodyPr/>
        <a:lstStyle/>
        <a:p>
          <a:r>
            <a:rPr lang="en-US"/>
            <a:t>• Obteniendo información del evento</a:t>
          </a:r>
        </a:p>
      </dgm:t>
    </dgm:pt>
    <dgm:pt modelId="{22517914-D61E-4F1A-9EAD-5206C9DC9CA3}" type="parTrans" cxnId="{7FD9A0E6-4716-4AA0-B8E5-EB131E02EEC6}">
      <dgm:prSet/>
      <dgm:spPr/>
      <dgm:t>
        <a:bodyPr/>
        <a:lstStyle/>
        <a:p>
          <a:endParaRPr lang="en-US"/>
        </a:p>
      </dgm:t>
    </dgm:pt>
    <dgm:pt modelId="{3973E630-1521-49CD-9864-BB434B705497}" type="sibTrans" cxnId="{7FD9A0E6-4716-4AA0-B8E5-EB131E02EEC6}">
      <dgm:prSet/>
      <dgm:spPr/>
      <dgm:t>
        <a:bodyPr/>
        <a:lstStyle/>
        <a:p>
          <a:endParaRPr lang="en-US"/>
        </a:p>
      </dgm:t>
    </dgm:pt>
    <dgm:pt modelId="{F877CE3E-8852-4288-B54D-63CC707BC299}">
      <dgm:prSet/>
      <dgm:spPr/>
      <dgm:t>
        <a:bodyPr/>
        <a:lstStyle/>
        <a:p>
          <a:r>
            <a:rPr lang="en-US"/>
            <a:t>• Eventos de mouse, teclado y formulario</a:t>
          </a:r>
        </a:p>
      </dgm:t>
    </dgm:pt>
    <dgm:pt modelId="{D986D159-0BA9-45C4-BB70-1BC496D4EC9C}" type="parTrans" cxnId="{BD19E8BE-019B-4CD4-88EA-9D7236AE395A}">
      <dgm:prSet/>
      <dgm:spPr/>
      <dgm:t>
        <a:bodyPr/>
        <a:lstStyle/>
        <a:p>
          <a:endParaRPr lang="en-US"/>
        </a:p>
      </dgm:t>
    </dgm:pt>
    <dgm:pt modelId="{C37AD674-57A7-445B-BA94-657FB6FC67F6}" type="sibTrans" cxnId="{BD19E8BE-019B-4CD4-88EA-9D7236AE395A}">
      <dgm:prSet/>
      <dgm:spPr/>
      <dgm:t>
        <a:bodyPr/>
        <a:lstStyle/>
        <a:p>
          <a:endParaRPr lang="en-US"/>
        </a:p>
      </dgm:t>
    </dgm:pt>
    <dgm:pt modelId="{8F3CF53C-8610-4930-9440-8C0097913E77}" type="pres">
      <dgm:prSet presAssocID="{78A5E58A-8F3B-4731-BD4F-DA9517F6CE01}" presName="vert0" presStyleCnt="0">
        <dgm:presLayoutVars>
          <dgm:dir/>
          <dgm:animOne val="branch"/>
          <dgm:animLvl val="lvl"/>
        </dgm:presLayoutVars>
      </dgm:prSet>
      <dgm:spPr/>
    </dgm:pt>
    <dgm:pt modelId="{8F70B134-42E6-49F9-804A-4C7E4805333C}" type="pres">
      <dgm:prSet presAssocID="{EC8CC3E2-FDFC-4E9C-9851-A79F706D01A1}" presName="thickLine" presStyleLbl="alignNode1" presStyleIdx="0" presStyleCnt="6"/>
      <dgm:spPr/>
    </dgm:pt>
    <dgm:pt modelId="{AB3AB256-47C2-4C55-97D9-5DCEB375B873}" type="pres">
      <dgm:prSet presAssocID="{EC8CC3E2-FDFC-4E9C-9851-A79F706D01A1}" presName="horz1" presStyleCnt="0"/>
      <dgm:spPr/>
    </dgm:pt>
    <dgm:pt modelId="{BB2BCBE5-A572-4433-B2AC-78199C07E93B}" type="pres">
      <dgm:prSet presAssocID="{EC8CC3E2-FDFC-4E9C-9851-A79F706D01A1}" presName="tx1" presStyleLbl="revTx" presStyleIdx="0" presStyleCnt="6"/>
      <dgm:spPr/>
    </dgm:pt>
    <dgm:pt modelId="{C14CE471-6B6A-489E-B2CB-6B4BD20E84E1}" type="pres">
      <dgm:prSet presAssocID="{EC8CC3E2-FDFC-4E9C-9851-A79F706D01A1}" presName="vert1" presStyleCnt="0"/>
      <dgm:spPr/>
    </dgm:pt>
    <dgm:pt modelId="{7ACB761A-2054-44CB-96F1-59F58F001A1A}" type="pres">
      <dgm:prSet presAssocID="{5F67FC7F-2CF0-4B8A-B599-2CB1E3FD12FD}" presName="thickLine" presStyleLbl="alignNode1" presStyleIdx="1" presStyleCnt="6"/>
      <dgm:spPr/>
    </dgm:pt>
    <dgm:pt modelId="{CB1F05B5-5E41-4768-AA59-2E76DABF682E}" type="pres">
      <dgm:prSet presAssocID="{5F67FC7F-2CF0-4B8A-B599-2CB1E3FD12FD}" presName="horz1" presStyleCnt="0"/>
      <dgm:spPr/>
    </dgm:pt>
    <dgm:pt modelId="{87922412-6248-4B52-960E-9F7BF43916ED}" type="pres">
      <dgm:prSet presAssocID="{5F67FC7F-2CF0-4B8A-B599-2CB1E3FD12FD}" presName="tx1" presStyleLbl="revTx" presStyleIdx="1" presStyleCnt="6"/>
      <dgm:spPr/>
    </dgm:pt>
    <dgm:pt modelId="{739BD630-DEF4-4989-981C-89CC84F17751}" type="pres">
      <dgm:prSet presAssocID="{5F67FC7F-2CF0-4B8A-B599-2CB1E3FD12FD}" presName="vert1" presStyleCnt="0"/>
      <dgm:spPr/>
    </dgm:pt>
    <dgm:pt modelId="{D4B70898-B4B1-41B9-B527-647243ABB37C}" type="pres">
      <dgm:prSet presAssocID="{BF53DF54-C61F-4109-B8B7-CD7072EA126D}" presName="thickLine" presStyleLbl="alignNode1" presStyleIdx="2" presStyleCnt="6"/>
      <dgm:spPr/>
    </dgm:pt>
    <dgm:pt modelId="{2672A23D-F22E-47AE-9BE8-EA1CB4179F1E}" type="pres">
      <dgm:prSet presAssocID="{BF53DF54-C61F-4109-B8B7-CD7072EA126D}" presName="horz1" presStyleCnt="0"/>
      <dgm:spPr/>
    </dgm:pt>
    <dgm:pt modelId="{F140B41A-E287-4339-BFBE-A11FDB36269E}" type="pres">
      <dgm:prSet presAssocID="{BF53DF54-C61F-4109-B8B7-CD7072EA126D}" presName="tx1" presStyleLbl="revTx" presStyleIdx="2" presStyleCnt="6"/>
      <dgm:spPr/>
    </dgm:pt>
    <dgm:pt modelId="{07634E20-CDE9-401F-B5CD-6106F18CB72C}" type="pres">
      <dgm:prSet presAssocID="{BF53DF54-C61F-4109-B8B7-CD7072EA126D}" presName="vert1" presStyleCnt="0"/>
      <dgm:spPr/>
    </dgm:pt>
    <dgm:pt modelId="{72A6DE4A-A00B-41B3-A7AB-E9A5EC66461E}" type="pres">
      <dgm:prSet presAssocID="{599208F0-217F-4593-B918-820581C6E200}" presName="thickLine" presStyleLbl="alignNode1" presStyleIdx="3" presStyleCnt="6"/>
      <dgm:spPr/>
    </dgm:pt>
    <dgm:pt modelId="{6C9D9FEA-CD61-458F-B980-A7B0A0F07257}" type="pres">
      <dgm:prSet presAssocID="{599208F0-217F-4593-B918-820581C6E200}" presName="horz1" presStyleCnt="0"/>
      <dgm:spPr/>
    </dgm:pt>
    <dgm:pt modelId="{A2DEFB8B-EC39-4CA1-A662-95B62D62D43C}" type="pres">
      <dgm:prSet presAssocID="{599208F0-217F-4593-B918-820581C6E200}" presName="tx1" presStyleLbl="revTx" presStyleIdx="3" presStyleCnt="6"/>
      <dgm:spPr/>
    </dgm:pt>
    <dgm:pt modelId="{49F6F281-333D-4095-BE43-B3E2E5F6D85B}" type="pres">
      <dgm:prSet presAssocID="{599208F0-217F-4593-B918-820581C6E200}" presName="vert1" presStyleCnt="0"/>
      <dgm:spPr/>
    </dgm:pt>
    <dgm:pt modelId="{FD445503-E3D3-4170-ABB8-50858C57B8A6}" type="pres">
      <dgm:prSet presAssocID="{9676410F-E0A7-48D9-A455-CF85AEDEDF5F}" presName="thickLine" presStyleLbl="alignNode1" presStyleIdx="4" presStyleCnt="6"/>
      <dgm:spPr/>
    </dgm:pt>
    <dgm:pt modelId="{C17669C9-0C20-41E3-93A2-448AF0F443A1}" type="pres">
      <dgm:prSet presAssocID="{9676410F-E0A7-48D9-A455-CF85AEDEDF5F}" presName="horz1" presStyleCnt="0"/>
      <dgm:spPr/>
    </dgm:pt>
    <dgm:pt modelId="{DD7C5F56-35AE-4F7C-B46B-A5A7ECF011CD}" type="pres">
      <dgm:prSet presAssocID="{9676410F-E0A7-48D9-A455-CF85AEDEDF5F}" presName="tx1" presStyleLbl="revTx" presStyleIdx="4" presStyleCnt="6"/>
      <dgm:spPr/>
    </dgm:pt>
    <dgm:pt modelId="{7E8B009B-3D12-4F5D-BA3B-B36DBC9420CC}" type="pres">
      <dgm:prSet presAssocID="{9676410F-E0A7-48D9-A455-CF85AEDEDF5F}" presName="vert1" presStyleCnt="0"/>
      <dgm:spPr/>
    </dgm:pt>
    <dgm:pt modelId="{1A0A1803-12F7-4975-9BCD-9F33AFAB41E9}" type="pres">
      <dgm:prSet presAssocID="{F877CE3E-8852-4288-B54D-63CC707BC299}" presName="thickLine" presStyleLbl="alignNode1" presStyleIdx="5" presStyleCnt="6"/>
      <dgm:spPr/>
    </dgm:pt>
    <dgm:pt modelId="{A8B864C8-7EE6-4A9A-B70F-1B95148315A4}" type="pres">
      <dgm:prSet presAssocID="{F877CE3E-8852-4288-B54D-63CC707BC299}" presName="horz1" presStyleCnt="0"/>
      <dgm:spPr/>
    </dgm:pt>
    <dgm:pt modelId="{E0721461-10D7-49BD-9244-3BEA7DD0BA53}" type="pres">
      <dgm:prSet presAssocID="{F877CE3E-8852-4288-B54D-63CC707BC299}" presName="tx1" presStyleLbl="revTx" presStyleIdx="5" presStyleCnt="6"/>
      <dgm:spPr/>
    </dgm:pt>
    <dgm:pt modelId="{31FA6899-9E43-4924-B690-219618B135DC}" type="pres">
      <dgm:prSet presAssocID="{F877CE3E-8852-4288-B54D-63CC707BC299}" presName="vert1" presStyleCnt="0"/>
      <dgm:spPr/>
    </dgm:pt>
  </dgm:ptLst>
  <dgm:cxnLst>
    <dgm:cxn modelId="{D73F0B08-BA0A-4DF7-B5F4-08028CB2D111}" srcId="{78A5E58A-8F3B-4731-BD4F-DA9517F6CE01}" destId="{5F67FC7F-2CF0-4B8A-B599-2CB1E3FD12FD}" srcOrd="1" destOrd="0" parTransId="{79819EBD-5224-4EFA-BBF7-0608134B8B97}" sibTransId="{4208557A-33FE-4BBD-B3B0-13745FEE2413}"/>
    <dgm:cxn modelId="{3F24E41A-79F1-4619-B275-557230637DA5}" type="presOf" srcId="{5F67FC7F-2CF0-4B8A-B599-2CB1E3FD12FD}" destId="{87922412-6248-4B52-960E-9F7BF43916ED}" srcOrd="0" destOrd="0" presId="urn:microsoft.com/office/officeart/2008/layout/LinedList"/>
    <dgm:cxn modelId="{4CF16D21-26B4-453F-9AD5-027E72F14D2A}" type="presOf" srcId="{78A5E58A-8F3B-4731-BD4F-DA9517F6CE01}" destId="{8F3CF53C-8610-4930-9440-8C0097913E77}" srcOrd="0" destOrd="0" presId="urn:microsoft.com/office/officeart/2008/layout/LinedList"/>
    <dgm:cxn modelId="{762AA834-93D4-486C-9059-96F80FEA233C}" srcId="{78A5E58A-8F3B-4731-BD4F-DA9517F6CE01}" destId="{BF53DF54-C61F-4109-B8B7-CD7072EA126D}" srcOrd="2" destOrd="0" parTransId="{8DA2AFB6-BF93-45AB-99F1-922D7E9CD91B}" sibTransId="{D309E848-27CB-4DF6-A2D3-93CDFD644FA4}"/>
    <dgm:cxn modelId="{37D47D67-5F3D-4EFC-A310-313F1A027A77}" srcId="{78A5E58A-8F3B-4731-BD4F-DA9517F6CE01}" destId="{599208F0-217F-4593-B918-820581C6E200}" srcOrd="3" destOrd="0" parTransId="{426BC625-DA9A-4E90-B6FC-E5EDCDE47A2F}" sibTransId="{F3EFCBF3-C152-4106-803A-F6CC544D48EB}"/>
    <dgm:cxn modelId="{A9F2AA58-F890-459C-8E91-C136FEBB8D1B}" type="presOf" srcId="{EC8CC3E2-FDFC-4E9C-9851-A79F706D01A1}" destId="{BB2BCBE5-A572-4433-B2AC-78199C07E93B}" srcOrd="0" destOrd="0" presId="urn:microsoft.com/office/officeart/2008/layout/LinedList"/>
    <dgm:cxn modelId="{9EBC167B-D8F7-4B9C-B542-B21775405198}" srcId="{78A5E58A-8F3B-4731-BD4F-DA9517F6CE01}" destId="{EC8CC3E2-FDFC-4E9C-9851-A79F706D01A1}" srcOrd="0" destOrd="0" parTransId="{589833C9-EA8B-46FE-9122-428EDAE60E2D}" sibTransId="{4E5EE0BE-2293-4A02-9D73-DB54D5590984}"/>
    <dgm:cxn modelId="{887CBA94-A95D-4626-9758-48291A5C8350}" type="presOf" srcId="{599208F0-217F-4593-B918-820581C6E200}" destId="{A2DEFB8B-EC39-4CA1-A662-95B62D62D43C}" srcOrd="0" destOrd="0" presId="urn:microsoft.com/office/officeart/2008/layout/LinedList"/>
    <dgm:cxn modelId="{A62D2B98-90F8-46B6-A80A-7D4783AF126D}" type="presOf" srcId="{9676410F-E0A7-48D9-A455-CF85AEDEDF5F}" destId="{DD7C5F56-35AE-4F7C-B46B-A5A7ECF011CD}" srcOrd="0" destOrd="0" presId="urn:microsoft.com/office/officeart/2008/layout/LinedList"/>
    <dgm:cxn modelId="{BD19E8BE-019B-4CD4-88EA-9D7236AE395A}" srcId="{78A5E58A-8F3B-4731-BD4F-DA9517F6CE01}" destId="{F877CE3E-8852-4288-B54D-63CC707BC299}" srcOrd="5" destOrd="0" parTransId="{D986D159-0BA9-45C4-BB70-1BC496D4EC9C}" sibTransId="{C37AD674-57A7-445B-BA94-657FB6FC67F6}"/>
    <dgm:cxn modelId="{7DA39AE5-C1DF-41AE-BC38-A7D70F32B4AD}" type="presOf" srcId="{F877CE3E-8852-4288-B54D-63CC707BC299}" destId="{E0721461-10D7-49BD-9244-3BEA7DD0BA53}" srcOrd="0" destOrd="0" presId="urn:microsoft.com/office/officeart/2008/layout/LinedList"/>
    <dgm:cxn modelId="{7FD9A0E6-4716-4AA0-B8E5-EB131E02EEC6}" srcId="{78A5E58A-8F3B-4731-BD4F-DA9517F6CE01}" destId="{9676410F-E0A7-48D9-A455-CF85AEDEDF5F}" srcOrd="4" destOrd="0" parTransId="{22517914-D61E-4F1A-9EAD-5206C9DC9CA3}" sibTransId="{3973E630-1521-49CD-9864-BB434B705497}"/>
    <dgm:cxn modelId="{DE6E8BF6-609C-4F3A-BE94-BF7547219142}" type="presOf" srcId="{BF53DF54-C61F-4109-B8B7-CD7072EA126D}" destId="{F140B41A-E287-4339-BFBE-A11FDB36269E}" srcOrd="0" destOrd="0" presId="urn:microsoft.com/office/officeart/2008/layout/LinedList"/>
    <dgm:cxn modelId="{3F8AF558-CE95-4DAC-84F5-9BA14123AAA4}" type="presParOf" srcId="{8F3CF53C-8610-4930-9440-8C0097913E77}" destId="{8F70B134-42E6-49F9-804A-4C7E4805333C}" srcOrd="0" destOrd="0" presId="urn:microsoft.com/office/officeart/2008/layout/LinedList"/>
    <dgm:cxn modelId="{6BC2ADAB-1252-4B73-A5B7-3534E737328F}" type="presParOf" srcId="{8F3CF53C-8610-4930-9440-8C0097913E77}" destId="{AB3AB256-47C2-4C55-97D9-5DCEB375B873}" srcOrd="1" destOrd="0" presId="urn:microsoft.com/office/officeart/2008/layout/LinedList"/>
    <dgm:cxn modelId="{9ABE52CF-333D-46BF-99BC-E927105F54DE}" type="presParOf" srcId="{AB3AB256-47C2-4C55-97D9-5DCEB375B873}" destId="{BB2BCBE5-A572-4433-B2AC-78199C07E93B}" srcOrd="0" destOrd="0" presId="urn:microsoft.com/office/officeart/2008/layout/LinedList"/>
    <dgm:cxn modelId="{ECDF3CF5-3C1E-42C2-9204-84C9D6D51A98}" type="presParOf" srcId="{AB3AB256-47C2-4C55-97D9-5DCEB375B873}" destId="{C14CE471-6B6A-489E-B2CB-6B4BD20E84E1}" srcOrd="1" destOrd="0" presId="urn:microsoft.com/office/officeart/2008/layout/LinedList"/>
    <dgm:cxn modelId="{8B8FEAC7-B18B-4A00-BFD7-6FCCC78512E0}" type="presParOf" srcId="{8F3CF53C-8610-4930-9440-8C0097913E77}" destId="{7ACB761A-2054-44CB-96F1-59F58F001A1A}" srcOrd="2" destOrd="0" presId="urn:microsoft.com/office/officeart/2008/layout/LinedList"/>
    <dgm:cxn modelId="{003FB65A-51D6-47DA-96CE-784708CC67C7}" type="presParOf" srcId="{8F3CF53C-8610-4930-9440-8C0097913E77}" destId="{CB1F05B5-5E41-4768-AA59-2E76DABF682E}" srcOrd="3" destOrd="0" presId="urn:microsoft.com/office/officeart/2008/layout/LinedList"/>
    <dgm:cxn modelId="{A45F8561-7608-4D41-A806-8766B998C2AD}" type="presParOf" srcId="{CB1F05B5-5E41-4768-AA59-2E76DABF682E}" destId="{87922412-6248-4B52-960E-9F7BF43916ED}" srcOrd="0" destOrd="0" presId="urn:microsoft.com/office/officeart/2008/layout/LinedList"/>
    <dgm:cxn modelId="{30630F0B-15DD-46C3-A33F-B34425EABC3B}" type="presParOf" srcId="{CB1F05B5-5E41-4768-AA59-2E76DABF682E}" destId="{739BD630-DEF4-4989-981C-89CC84F17751}" srcOrd="1" destOrd="0" presId="urn:microsoft.com/office/officeart/2008/layout/LinedList"/>
    <dgm:cxn modelId="{278B8956-F1A5-4445-9894-696BDA0D23D2}" type="presParOf" srcId="{8F3CF53C-8610-4930-9440-8C0097913E77}" destId="{D4B70898-B4B1-41B9-B527-647243ABB37C}" srcOrd="4" destOrd="0" presId="urn:microsoft.com/office/officeart/2008/layout/LinedList"/>
    <dgm:cxn modelId="{697FE726-1D9C-45C8-8619-9EBCEE57DDA2}" type="presParOf" srcId="{8F3CF53C-8610-4930-9440-8C0097913E77}" destId="{2672A23D-F22E-47AE-9BE8-EA1CB4179F1E}" srcOrd="5" destOrd="0" presId="urn:microsoft.com/office/officeart/2008/layout/LinedList"/>
    <dgm:cxn modelId="{F68D3B65-4771-4BE5-88E5-28902E1562C1}" type="presParOf" srcId="{2672A23D-F22E-47AE-9BE8-EA1CB4179F1E}" destId="{F140B41A-E287-4339-BFBE-A11FDB36269E}" srcOrd="0" destOrd="0" presId="urn:microsoft.com/office/officeart/2008/layout/LinedList"/>
    <dgm:cxn modelId="{7B8672A5-5344-4C8C-92A6-5B7C50ABF29C}" type="presParOf" srcId="{2672A23D-F22E-47AE-9BE8-EA1CB4179F1E}" destId="{07634E20-CDE9-401F-B5CD-6106F18CB72C}" srcOrd="1" destOrd="0" presId="urn:microsoft.com/office/officeart/2008/layout/LinedList"/>
    <dgm:cxn modelId="{37DB0490-2F75-409E-917B-936167722219}" type="presParOf" srcId="{8F3CF53C-8610-4930-9440-8C0097913E77}" destId="{72A6DE4A-A00B-41B3-A7AB-E9A5EC66461E}" srcOrd="6" destOrd="0" presId="urn:microsoft.com/office/officeart/2008/layout/LinedList"/>
    <dgm:cxn modelId="{F30B3754-C370-45EA-8896-FC69F1C50D6C}" type="presParOf" srcId="{8F3CF53C-8610-4930-9440-8C0097913E77}" destId="{6C9D9FEA-CD61-458F-B980-A7B0A0F07257}" srcOrd="7" destOrd="0" presId="urn:microsoft.com/office/officeart/2008/layout/LinedList"/>
    <dgm:cxn modelId="{D17FC0DB-715A-4F88-90C6-9EB9B6C63E12}" type="presParOf" srcId="{6C9D9FEA-CD61-458F-B980-A7B0A0F07257}" destId="{A2DEFB8B-EC39-4CA1-A662-95B62D62D43C}" srcOrd="0" destOrd="0" presId="urn:microsoft.com/office/officeart/2008/layout/LinedList"/>
    <dgm:cxn modelId="{9336947C-435B-48ED-A554-6DD734804E2B}" type="presParOf" srcId="{6C9D9FEA-CD61-458F-B980-A7B0A0F07257}" destId="{49F6F281-333D-4095-BE43-B3E2E5F6D85B}" srcOrd="1" destOrd="0" presId="urn:microsoft.com/office/officeart/2008/layout/LinedList"/>
    <dgm:cxn modelId="{191749D2-5A7B-4F8C-AC9F-93666B2B732E}" type="presParOf" srcId="{8F3CF53C-8610-4930-9440-8C0097913E77}" destId="{FD445503-E3D3-4170-ABB8-50858C57B8A6}" srcOrd="8" destOrd="0" presId="urn:microsoft.com/office/officeart/2008/layout/LinedList"/>
    <dgm:cxn modelId="{2FFB1CA5-37AA-4B9E-8E7B-909B77C2FF31}" type="presParOf" srcId="{8F3CF53C-8610-4930-9440-8C0097913E77}" destId="{C17669C9-0C20-41E3-93A2-448AF0F443A1}" srcOrd="9" destOrd="0" presId="urn:microsoft.com/office/officeart/2008/layout/LinedList"/>
    <dgm:cxn modelId="{DC46B08B-25ED-4C57-BC04-C6EF515BA7C2}" type="presParOf" srcId="{C17669C9-0C20-41E3-93A2-448AF0F443A1}" destId="{DD7C5F56-35AE-4F7C-B46B-A5A7ECF011CD}" srcOrd="0" destOrd="0" presId="urn:microsoft.com/office/officeart/2008/layout/LinedList"/>
    <dgm:cxn modelId="{27560316-1083-43F3-AFA9-6FDC0B781BA4}" type="presParOf" srcId="{C17669C9-0C20-41E3-93A2-448AF0F443A1}" destId="{7E8B009B-3D12-4F5D-BA3B-B36DBC9420CC}" srcOrd="1" destOrd="0" presId="urn:microsoft.com/office/officeart/2008/layout/LinedList"/>
    <dgm:cxn modelId="{80F3FE68-C113-4601-996A-E5157882490A}" type="presParOf" srcId="{8F3CF53C-8610-4930-9440-8C0097913E77}" destId="{1A0A1803-12F7-4975-9BCD-9F33AFAB41E9}" srcOrd="10" destOrd="0" presId="urn:microsoft.com/office/officeart/2008/layout/LinedList"/>
    <dgm:cxn modelId="{C38D8C91-38F9-4AF3-B4BF-F65FCB9CFEFF}" type="presParOf" srcId="{8F3CF53C-8610-4930-9440-8C0097913E77}" destId="{A8B864C8-7EE6-4A9A-B70F-1B95148315A4}" srcOrd="11" destOrd="0" presId="urn:microsoft.com/office/officeart/2008/layout/LinedList"/>
    <dgm:cxn modelId="{4ACF5820-34CE-49ED-8E35-EECB29B7C33F}" type="presParOf" srcId="{A8B864C8-7EE6-4A9A-B70F-1B95148315A4}" destId="{E0721461-10D7-49BD-9244-3BEA7DD0BA53}" srcOrd="0" destOrd="0" presId="urn:microsoft.com/office/officeart/2008/layout/LinedList"/>
    <dgm:cxn modelId="{9E4339CF-3810-40D3-8708-89D530F85BB5}" type="presParOf" srcId="{A8B864C8-7EE6-4A9A-B70F-1B95148315A4}" destId="{31FA6899-9E43-4924-B690-219618B135D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98EF3EB-30C3-412F-BA67-C19A9934B903}" type="doc">
      <dgm:prSet loTypeId="urn:microsoft.com/office/officeart/2018/2/layout/IconVerticalSolidList" loCatId="icon" qsTypeId="urn:microsoft.com/office/officeart/2005/8/quickstyle/simple1#9" qsCatId="simple" csTypeId="urn:microsoft.com/office/officeart/2005/8/colors/accent1_2#8" csCatId="accent1" phldr="1"/>
      <dgm:spPr/>
      <dgm:t>
        <a:bodyPr/>
        <a:lstStyle/>
        <a:p>
          <a:endParaRPr lang="en-US"/>
        </a:p>
      </dgm:t>
    </dgm:pt>
    <dgm:pt modelId="{AEF94F61-D50B-470B-832F-D1FBCA840F8C}">
      <dgm:prSet/>
      <dgm:spPr/>
      <dgm:t>
        <a:bodyPr/>
        <a:lstStyle/>
        <a:p>
          <a:pPr>
            <a:lnSpc>
              <a:spcPct val="100000"/>
            </a:lnSpc>
          </a:pPr>
          <a:r>
            <a:rPr lang="en-US"/>
            <a:t>• Propiedades básicas de formularios</a:t>
          </a:r>
        </a:p>
      </dgm:t>
    </dgm:pt>
    <dgm:pt modelId="{3207FC81-CC1F-4862-B376-E607C88B5945}" type="parTrans" cxnId="{1BB13904-F910-4FAE-AFD0-D09A798389B3}">
      <dgm:prSet/>
      <dgm:spPr/>
      <dgm:t>
        <a:bodyPr/>
        <a:lstStyle/>
        <a:p>
          <a:endParaRPr lang="en-US"/>
        </a:p>
      </dgm:t>
    </dgm:pt>
    <dgm:pt modelId="{E1D00E3F-2976-49A7-ABFA-EE6BCC4237C6}" type="sibTrans" cxnId="{1BB13904-F910-4FAE-AFD0-D09A798389B3}">
      <dgm:prSet/>
      <dgm:spPr/>
      <dgm:t>
        <a:bodyPr/>
        <a:lstStyle/>
        <a:p>
          <a:endParaRPr lang="en-US"/>
        </a:p>
      </dgm:t>
    </dgm:pt>
    <dgm:pt modelId="{BE5185DE-58E2-4481-A54D-9618338C81F1}">
      <dgm:prSet/>
      <dgm:spPr/>
      <dgm:t>
        <a:bodyPr/>
        <a:lstStyle/>
        <a:p>
          <a:pPr>
            <a:lnSpc>
              <a:spcPct val="100000"/>
            </a:lnSpc>
          </a:pPr>
          <a:r>
            <a:rPr lang="en-US"/>
            <a:t>• Acceso a elementos del formulario</a:t>
          </a:r>
        </a:p>
      </dgm:t>
    </dgm:pt>
    <dgm:pt modelId="{90F17653-D1AE-4656-B237-D2A4D9E346B2}" type="parTrans" cxnId="{946595D3-C535-454E-823B-181BB4B290B2}">
      <dgm:prSet/>
      <dgm:spPr/>
      <dgm:t>
        <a:bodyPr/>
        <a:lstStyle/>
        <a:p>
          <a:endParaRPr lang="en-US"/>
        </a:p>
      </dgm:t>
    </dgm:pt>
    <dgm:pt modelId="{E21EEC9A-1AA1-4F10-9DAE-173E45AC8CA1}" type="sibTrans" cxnId="{946595D3-C535-454E-823B-181BB4B290B2}">
      <dgm:prSet/>
      <dgm:spPr/>
      <dgm:t>
        <a:bodyPr/>
        <a:lstStyle/>
        <a:p>
          <a:endParaRPr lang="en-US"/>
        </a:p>
      </dgm:t>
    </dgm:pt>
    <dgm:pt modelId="{E667DA7F-F47A-4DE7-8AC8-15F0C26A8244}">
      <dgm:prSet/>
      <dgm:spPr/>
      <dgm:t>
        <a:bodyPr/>
        <a:lstStyle/>
        <a:p>
          <a:pPr>
            <a:lnSpc>
              <a:spcPct val="100000"/>
            </a:lnSpc>
          </a:pPr>
          <a:r>
            <a:rPr lang="en-US"/>
            <a:t>• Utilidades básicas</a:t>
          </a:r>
        </a:p>
      </dgm:t>
    </dgm:pt>
    <dgm:pt modelId="{C94D673D-A8CA-47F0-99F4-B5F283B5E861}" type="parTrans" cxnId="{54329A3D-96E9-4464-8896-08F42482E614}">
      <dgm:prSet/>
      <dgm:spPr/>
      <dgm:t>
        <a:bodyPr/>
        <a:lstStyle/>
        <a:p>
          <a:endParaRPr lang="en-US"/>
        </a:p>
      </dgm:t>
    </dgm:pt>
    <dgm:pt modelId="{A2F1B7BB-8D19-4F22-841C-96CC2E494869}" type="sibTrans" cxnId="{54329A3D-96E9-4464-8896-08F42482E614}">
      <dgm:prSet/>
      <dgm:spPr/>
      <dgm:t>
        <a:bodyPr/>
        <a:lstStyle/>
        <a:p>
          <a:endParaRPr lang="en-US"/>
        </a:p>
      </dgm:t>
    </dgm:pt>
    <dgm:pt modelId="{CD7FBD21-8771-405D-9757-14B48F0FCC05}">
      <dgm:prSet/>
      <dgm:spPr/>
      <dgm:t>
        <a:bodyPr/>
        <a:lstStyle/>
        <a:p>
          <a:pPr>
            <a:lnSpc>
              <a:spcPct val="100000"/>
            </a:lnSpc>
          </a:pPr>
          <a:r>
            <a:rPr lang="en-US"/>
            <a:t>• Validación de formularios</a:t>
          </a:r>
        </a:p>
      </dgm:t>
    </dgm:pt>
    <dgm:pt modelId="{1659AA01-BA58-4FF2-935B-79EAF5747F82}" type="parTrans" cxnId="{F42059F1-D5D5-46DE-A7E0-8001319CC7A1}">
      <dgm:prSet/>
      <dgm:spPr/>
      <dgm:t>
        <a:bodyPr/>
        <a:lstStyle/>
        <a:p>
          <a:endParaRPr lang="en-US"/>
        </a:p>
      </dgm:t>
    </dgm:pt>
    <dgm:pt modelId="{14B61035-870F-40B8-97A8-1BDA7483373A}" type="sibTrans" cxnId="{F42059F1-D5D5-46DE-A7E0-8001319CC7A1}">
      <dgm:prSet/>
      <dgm:spPr/>
      <dgm:t>
        <a:bodyPr/>
        <a:lstStyle/>
        <a:p>
          <a:endParaRPr lang="en-US"/>
        </a:p>
      </dgm:t>
    </dgm:pt>
    <dgm:pt modelId="{6BB91D7D-7A46-4A46-B694-40D2C1EB7EAA}">
      <dgm:prSet/>
      <dgm:spPr/>
      <dgm:t>
        <a:bodyPr/>
        <a:lstStyle/>
        <a:p>
          <a:pPr>
            <a:lnSpc>
              <a:spcPct val="100000"/>
            </a:lnSpc>
          </a:pPr>
          <a:r>
            <a:rPr lang="en-US"/>
            <a:t>• Envío y procesamiento de datos</a:t>
          </a:r>
        </a:p>
      </dgm:t>
    </dgm:pt>
    <dgm:pt modelId="{64FD2A39-D8D5-4D32-98AE-8D454D2A42E1}" type="parTrans" cxnId="{9AD4A623-A93B-4152-975A-7687BE259600}">
      <dgm:prSet/>
      <dgm:spPr/>
      <dgm:t>
        <a:bodyPr/>
        <a:lstStyle/>
        <a:p>
          <a:endParaRPr lang="en-US"/>
        </a:p>
      </dgm:t>
    </dgm:pt>
    <dgm:pt modelId="{AE6F470B-7000-45FB-A60F-2E26617F2A24}" type="sibTrans" cxnId="{9AD4A623-A93B-4152-975A-7687BE259600}">
      <dgm:prSet/>
      <dgm:spPr/>
      <dgm:t>
        <a:bodyPr/>
        <a:lstStyle/>
        <a:p>
          <a:endParaRPr lang="en-US"/>
        </a:p>
      </dgm:t>
    </dgm:pt>
    <dgm:pt modelId="{4880E8A2-61DE-4CA0-AE94-66EEA8C16AF4}">
      <dgm:prSet/>
      <dgm:spPr/>
      <dgm:t>
        <a:bodyPr/>
        <a:lstStyle/>
        <a:p>
          <a:pPr>
            <a:lnSpc>
              <a:spcPct val="100000"/>
            </a:lnSpc>
          </a:pPr>
          <a:r>
            <a:rPr lang="en-US"/>
            <a:t>• Mejora de la experiencia del usuario</a:t>
          </a:r>
        </a:p>
      </dgm:t>
    </dgm:pt>
    <dgm:pt modelId="{32279DAD-37A3-4E62-A098-3BB5892539E7}" type="parTrans" cxnId="{1A310F69-E8B2-4E8F-BC17-072B5248FD81}">
      <dgm:prSet/>
      <dgm:spPr/>
      <dgm:t>
        <a:bodyPr/>
        <a:lstStyle/>
        <a:p>
          <a:endParaRPr lang="en-US"/>
        </a:p>
      </dgm:t>
    </dgm:pt>
    <dgm:pt modelId="{AB31AD63-9FF2-4C2E-85B2-DEA09273EF62}" type="sibTrans" cxnId="{1A310F69-E8B2-4E8F-BC17-072B5248FD81}">
      <dgm:prSet/>
      <dgm:spPr/>
      <dgm:t>
        <a:bodyPr/>
        <a:lstStyle/>
        <a:p>
          <a:endParaRPr lang="en-US"/>
        </a:p>
      </dgm:t>
    </dgm:pt>
    <dgm:pt modelId="{2E488706-5FB9-4DAD-AC62-BAE348A4AA18}" type="pres">
      <dgm:prSet presAssocID="{A98EF3EB-30C3-412F-BA67-C19A9934B903}" presName="root" presStyleCnt="0">
        <dgm:presLayoutVars>
          <dgm:dir/>
          <dgm:resizeHandles val="exact"/>
        </dgm:presLayoutVars>
      </dgm:prSet>
      <dgm:spPr/>
    </dgm:pt>
    <dgm:pt modelId="{EA8C3086-FE44-4DEE-8FA1-DA41E5C78116}" type="pres">
      <dgm:prSet presAssocID="{AEF94F61-D50B-470B-832F-D1FBCA840F8C}" presName="compNode" presStyleCnt="0"/>
      <dgm:spPr/>
    </dgm:pt>
    <dgm:pt modelId="{BB05F0A0-AA0D-40CB-9048-59FF93F70B34}" type="pres">
      <dgm:prSet presAssocID="{AEF94F61-D50B-470B-832F-D1FBCA840F8C}" presName="bgRect" presStyleLbl="bgShp" presStyleIdx="0" presStyleCnt="6" custLinFactNeighborY="-90112"/>
      <dgm:spPr/>
    </dgm:pt>
    <dgm:pt modelId="{F001472D-2F82-4225-85B2-17AA7ED6DBD7}" type="pres">
      <dgm:prSet presAssocID="{AEF94F61-D50B-470B-832F-D1FBCA840F8C}"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Edificio"/>
        </a:ext>
      </dgm:extLst>
    </dgm:pt>
    <dgm:pt modelId="{388B44D9-20B4-4929-BEA8-7336FA3847E4}" type="pres">
      <dgm:prSet presAssocID="{AEF94F61-D50B-470B-832F-D1FBCA840F8C}" presName="spaceRect" presStyleCnt="0"/>
      <dgm:spPr/>
    </dgm:pt>
    <dgm:pt modelId="{0566CB2D-D560-499A-A307-4F2374724FC4}" type="pres">
      <dgm:prSet presAssocID="{AEF94F61-D50B-470B-832F-D1FBCA840F8C}" presName="parTx" presStyleLbl="revTx" presStyleIdx="0" presStyleCnt="6">
        <dgm:presLayoutVars>
          <dgm:chMax val="0"/>
          <dgm:chPref val="0"/>
        </dgm:presLayoutVars>
      </dgm:prSet>
      <dgm:spPr/>
    </dgm:pt>
    <dgm:pt modelId="{06A33EB3-54D0-405D-B035-8E0D7770924A}" type="pres">
      <dgm:prSet presAssocID="{E1D00E3F-2976-49A7-ABFA-EE6BCC4237C6}" presName="sibTrans" presStyleCnt="0"/>
      <dgm:spPr/>
    </dgm:pt>
    <dgm:pt modelId="{893D465C-59AD-4884-BAD7-D989D046BF1F}" type="pres">
      <dgm:prSet presAssocID="{BE5185DE-58E2-4481-A54D-9618338C81F1}" presName="compNode" presStyleCnt="0"/>
      <dgm:spPr/>
    </dgm:pt>
    <dgm:pt modelId="{6AF30A57-2EEE-4051-A2B1-A88A748556A8}" type="pres">
      <dgm:prSet presAssocID="{BE5185DE-58E2-4481-A54D-9618338C81F1}" presName="bgRect" presStyleLbl="bgShp" presStyleIdx="1" presStyleCnt="6"/>
      <dgm:spPr/>
    </dgm:pt>
    <dgm:pt modelId="{A351F67F-E34B-481E-BC96-91278CA82EC3}" type="pres">
      <dgm:prSet presAssocID="{BE5185DE-58E2-4481-A54D-9618338C81F1}"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rca de verificación"/>
        </a:ext>
      </dgm:extLst>
    </dgm:pt>
    <dgm:pt modelId="{06386758-6BF7-4F8E-82B6-E5DD1834003C}" type="pres">
      <dgm:prSet presAssocID="{BE5185DE-58E2-4481-A54D-9618338C81F1}" presName="spaceRect" presStyleCnt="0"/>
      <dgm:spPr/>
    </dgm:pt>
    <dgm:pt modelId="{0A6DF9A5-5175-4486-8669-89C926E5FBC8}" type="pres">
      <dgm:prSet presAssocID="{BE5185DE-58E2-4481-A54D-9618338C81F1}" presName="parTx" presStyleLbl="revTx" presStyleIdx="1" presStyleCnt="6">
        <dgm:presLayoutVars>
          <dgm:chMax val="0"/>
          <dgm:chPref val="0"/>
        </dgm:presLayoutVars>
      </dgm:prSet>
      <dgm:spPr/>
    </dgm:pt>
    <dgm:pt modelId="{EA405201-C7D1-4BF4-8467-D3514FDF67AA}" type="pres">
      <dgm:prSet presAssocID="{E21EEC9A-1AA1-4F10-9DAE-173E45AC8CA1}" presName="sibTrans" presStyleCnt="0"/>
      <dgm:spPr/>
    </dgm:pt>
    <dgm:pt modelId="{21853DF4-EC5F-40E9-A2CB-34EAB31AA38C}" type="pres">
      <dgm:prSet presAssocID="{E667DA7F-F47A-4DE7-8AC8-15F0C26A8244}" presName="compNode" presStyleCnt="0"/>
      <dgm:spPr/>
    </dgm:pt>
    <dgm:pt modelId="{D8640F04-25F1-41C3-9E2A-D27273B64D04}" type="pres">
      <dgm:prSet presAssocID="{E667DA7F-F47A-4DE7-8AC8-15F0C26A8244}" presName="bgRect" presStyleLbl="bgShp" presStyleIdx="2" presStyleCnt="6"/>
      <dgm:spPr/>
    </dgm:pt>
    <dgm:pt modelId="{31CC29E9-A21C-4ABD-8739-6C8FBE5A1668}" type="pres">
      <dgm:prSet presAssocID="{E667DA7F-F47A-4DE7-8AC8-15F0C26A8244}"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onedas"/>
        </a:ext>
      </dgm:extLst>
    </dgm:pt>
    <dgm:pt modelId="{E9BB4A32-C600-44A1-993B-A8799186F380}" type="pres">
      <dgm:prSet presAssocID="{E667DA7F-F47A-4DE7-8AC8-15F0C26A8244}" presName="spaceRect" presStyleCnt="0"/>
      <dgm:spPr/>
    </dgm:pt>
    <dgm:pt modelId="{C1402270-9B5D-4744-A594-F634030B7119}" type="pres">
      <dgm:prSet presAssocID="{E667DA7F-F47A-4DE7-8AC8-15F0C26A8244}" presName="parTx" presStyleLbl="revTx" presStyleIdx="2" presStyleCnt="6">
        <dgm:presLayoutVars>
          <dgm:chMax val="0"/>
          <dgm:chPref val="0"/>
        </dgm:presLayoutVars>
      </dgm:prSet>
      <dgm:spPr/>
    </dgm:pt>
    <dgm:pt modelId="{12E67248-997A-4BC6-884A-D124141451F8}" type="pres">
      <dgm:prSet presAssocID="{A2F1B7BB-8D19-4F22-841C-96CC2E494869}" presName="sibTrans" presStyleCnt="0"/>
      <dgm:spPr/>
    </dgm:pt>
    <dgm:pt modelId="{03671059-7E76-4C14-BB27-782985E2EBBA}" type="pres">
      <dgm:prSet presAssocID="{CD7FBD21-8771-405D-9757-14B48F0FCC05}" presName="compNode" presStyleCnt="0"/>
      <dgm:spPr/>
    </dgm:pt>
    <dgm:pt modelId="{50FEBE0D-2671-4842-A85E-735CFA65918F}" type="pres">
      <dgm:prSet presAssocID="{CD7FBD21-8771-405D-9757-14B48F0FCC05}" presName="bgRect" presStyleLbl="bgShp" presStyleIdx="3" presStyleCnt="6"/>
      <dgm:spPr/>
    </dgm:pt>
    <dgm:pt modelId="{20978C24-D06C-473E-B0B5-8FE715F0BB87}" type="pres">
      <dgm:prSet presAssocID="{CD7FBD21-8771-405D-9757-14B48F0FCC05}"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ntract"/>
        </a:ext>
      </dgm:extLst>
    </dgm:pt>
    <dgm:pt modelId="{4902BDF9-0E4F-4C2C-A883-E863C5A55FE6}" type="pres">
      <dgm:prSet presAssocID="{CD7FBD21-8771-405D-9757-14B48F0FCC05}" presName="spaceRect" presStyleCnt="0"/>
      <dgm:spPr/>
    </dgm:pt>
    <dgm:pt modelId="{200D49F9-5BC6-4BC8-BC1D-6B3860F5AA1F}" type="pres">
      <dgm:prSet presAssocID="{CD7FBD21-8771-405D-9757-14B48F0FCC05}" presName="parTx" presStyleLbl="revTx" presStyleIdx="3" presStyleCnt="6">
        <dgm:presLayoutVars>
          <dgm:chMax val="0"/>
          <dgm:chPref val="0"/>
        </dgm:presLayoutVars>
      </dgm:prSet>
      <dgm:spPr/>
    </dgm:pt>
    <dgm:pt modelId="{97AD2D24-7A0F-4B73-9019-C232B3BF6737}" type="pres">
      <dgm:prSet presAssocID="{14B61035-870F-40B8-97A8-1BDA7483373A}" presName="sibTrans" presStyleCnt="0"/>
      <dgm:spPr/>
    </dgm:pt>
    <dgm:pt modelId="{EF63B11D-7BAA-44E6-B29B-FEB195757EE8}" type="pres">
      <dgm:prSet presAssocID="{6BB91D7D-7A46-4A46-B694-40D2C1EB7EAA}" presName="compNode" presStyleCnt="0"/>
      <dgm:spPr/>
    </dgm:pt>
    <dgm:pt modelId="{BD624640-5CD9-4ED2-B976-BBDF87B8BD29}" type="pres">
      <dgm:prSet presAssocID="{6BB91D7D-7A46-4A46-B694-40D2C1EB7EAA}" presName="bgRect" presStyleLbl="bgShp" presStyleIdx="4" presStyleCnt="6"/>
      <dgm:spPr/>
    </dgm:pt>
    <dgm:pt modelId="{C4D151D0-7701-465F-BBD2-47A2EECA0FD9}" type="pres">
      <dgm:prSet presAssocID="{6BB91D7D-7A46-4A46-B694-40D2C1EB7EAA}"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Camión"/>
        </a:ext>
      </dgm:extLst>
    </dgm:pt>
    <dgm:pt modelId="{0958D2BD-6E0E-42C7-9074-819356DB43B5}" type="pres">
      <dgm:prSet presAssocID="{6BB91D7D-7A46-4A46-B694-40D2C1EB7EAA}" presName="spaceRect" presStyleCnt="0"/>
      <dgm:spPr/>
    </dgm:pt>
    <dgm:pt modelId="{32E15E1C-C88C-48F5-A723-D1523E5D55BE}" type="pres">
      <dgm:prSet presAssocID="{6BB91D7D-7A46-4A46-B694-40D2C1EB7EAA}" presName="parTx" presStyleLbl="revTx" presStyleIdx="4" presStyleCnt="6">
        <dgm:presLayoutVars>
          <dgm:chMax val="0"/>
          <dgm:chPref val="0"/>
        </dgm:presLayoutVars>
      </dgm:prSet>
      <dgm:spPr/>
    </dgm:pt>
    <dgm:pt modelId="{DE78072F-BC0B-4608-9222-77DB1A3EEF3C}" type="pres">
      <dgm:prSet presAssocID="{AE6F470B-7000-45FB-A60F-2E26617F2A24}" presName="sibTrans" presStyleCnt="0"/>
      <dgm:spPr/>
    </dgm:pt>
    <dgm:pt modelId="{E21B0959-C80B-4C7E-B70F-4B7FE12DC5CC}" type="pres">
      <dgm:prSet presAssocID="{4880E8A2-61DE-4CA0-AE94-66EEA8C16AF4}" presName="compNode" presStyleCnt="0"/>
      <dgm:spPr/>
    </dgm:pt>
    <dgm:pt modelId="{EBEBB9D5-E850-4C9B-B886-DC1CACAD3C84}" type="pres">
      <dgm:prSet presAssocID="{4880E8A2-61DE-4CA0-AE94-66EEA8C16AF4}" presName="bgRect" presStyleLbl="bgShp" presStyleIdx="5" presStyleCnt="6"/>
      <dgm:spPr/>
    </dgm:pt>
    <dgm:pt modelId="{7CB97B17-92E6-4055-9D42-B2525DFE73EE}" type="pres">
      <dgm:prSet presAssocID="{4880E8A2-61DE-4CA0-AE94-66EEA8C16AF4}"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siness Growth"/>
        </a:ext>
      </dgm:extLst>
    </dgm:pt>
    <dgm:pt modelId="{2156B923-3313-4A69-856D-AE2CA7B7AC74}" type="pres">
      <dgm:prSet presAssocID="{4880E8A2-61DE-4CA0-AE94-66EEA8C16AF4}" presName="spaceRect" presStyleCnt="0"/>
      <dgm:spPr/>
    </dgm:pt>
    <dgm:pt modelId="{ED843C1E-F004-47D5-83F0-8403752CC3D1}" type="pres">
      <dgm:prSet presAssocID="{4880E8A2-61DE-4CA0-AE94-66EEA8C16AF4}" presName="parTx" presStyleLbl="revTx" presStyleIdx="5" presStyleCnt="6">
        <dgm:presLayoutVars>
          <dgm:chMax val="0"/>
          <dgm:chPref val="0"/>
        </dgm:presLayoutVars>
      </dgm:prSet>
      <dgm:spPr/>
    </dgm:pt>
  </dgm:ptLst>
  <dgm:cxnLst>
    <dgm:cxn modelId="{1BB13904-F910-4FAE-AFD0-D09A798389B3}" srcId="{A98EF3EB-30C3-412F-BA67-C19A9934B903}" destId="{AEF94F61-D50B-470B-832F-D1FBCA840F8C}" srcOrd="0" destOrd="0" parTransId="{3207FC81-CC1F-4862-B376-E607C88B5945}" sibTransId="{E1D00E3F-2976-49A7-ABFA-EE6BCC4237C6}"/>
    <dgm:cxn modelId="{C2C0F312-CEA9-4B4F-B1E0-2F64A8CF4C6E}" type="presOf" srcId="{4880E8A2-61DE-4CA0-AE94-66EEA8C16AF4}" destId="{ED843C1E-F004-47D5-83F0-8403752CC3D1}" srcOrd="0" destOrd="0" presId="urn:microsoft.com/office/officeart/2018/2/layout/IconVerticalSolidList"/>
    <dgm:cxn modelId="{9AD4A623-A93B-4152-975A-7687BE259600}" srcId="{A98EF3EB-30C3-412F-BA67-C19A9934B903}" destId="{6BB91D7D-7A46-4A46-B694-40D2C1EB7EAA}" srcOrd="4" destOrd="0" parTransId="{64FD2A39-D8D5-4D32-98AE-8D454D2A42E1}" sibTransId="{AE6F470B-7000-45FB-A60F-2E26617F2A24}"/>
    <dgm:cxn modelId="{54329A3D-96E9-4464-8896-08F42482E614}" srcId="{A98EF3EB-30C3-412F-BA67-C19A9934B903}" destId="{E667DA7F-F47A-4DE7-8AC8-15F0C26A8244}" srcOrd="2" destOrd="0" parTransId="{C94D673D-A8CA-47F0-99F4-B5F283B5E861}" sibTransId="{A2F1B7BB-8D19-4F22-841C-96CC2E494869}"/>
    <dgm:cxn modelId="{1A310F69-E8B2-4E8F-BC17-072B5248FD81}" srcId="{A98EF3EB-30C3-412F-BA67-C19A9934B903}" destId="{4880E8A2-61DE-4CA0-AE94-66EEA8C16AF4}" srcOrd="5" destOrd="0" parTransId="{32279DAD-37A3-4E62-A098-3BB5892539E7}" sibTransId="{AB31AD63-9FF2-4C2E-85B2-DEA09273EF62}"/>
    <dgm:cxn modelId="{A127F04E-E96A-4D55-9703-F01FC279C183}" type="presOf" srcId="{CD7FBD21-8771-405D-9757-14B48F0FCC05}" destId="{200D49F9-5BC6-4BC8-BC1D-6B3860F5AA1F}" srcOrd="0" destOrd="0" presId="urn:microsoft.com/office/officeart/2018/2/layout/IconVerticalSolidList"/>
    <dgm:cxn modelId="{840AF252-FD86-4F15-9398-0C337F33C8B6}" type="presOf" srcId="{E667DA7F-F47A-4DE7-8AC8-15F0C26A8244}" destId="{C1402270-9B5D-4744-A594-F634030B7119}" srcOrd="0" destOrd="0" presId="urn:microsoft.com/office/officeart/2018/2/layout/IconVerticalSolidList"/>
    <dgm:cxn modelId="{2249CB54-5DF5-406B-B8E4-5660B7153FEB}" type="presOf" srcId="{AEF94F61-D50B-470B-832F-D1FBCA840F8C}" destId="{0566CB2D-D560-499A-A307-4F2374724FC4}" srcOrd="0" destOrd="0" presId="urn:microsoft.com/office/officeart/2018/2/layout/IconVerticalSolidList"/>
    <dgm:cxn modelId="{B4E9DAAF-566A-4286-9BB0-225AA956F129}" type="presOf" srcId="{A98EF3EB-30C3-412F-BA67-C19A9934B903}" destId="{2E488706-5FB9-4DAD-AC62-BAE348A4AA18}" srcOrd="0" destOrd="0" presId="urn:microsoft.com/office/officeart/2018/2/layout/IconVerticalSolidList"/>
    <dgm:cxn modelId="{218326D3-E873-4EF2-BDDD-2BCD9532C108}" type="presOf" srcId="{BE5185DE-58E2-4481-A54D-9618338C81F1}" destId="{0A6DF9A5-5175-4486-8669-89C926E5FBC8}" srcOrd="0" destOrd="0" presId="urn:microsoft.com/office/officeart/2018/2/layout/IconVerticalSolidList"/>
    <dgm:cxn modelId="{BA0735D3-E4AE-497B-8896-48384C499C9F}" type="presOf" srcId="{6BB91D7D-7A46-4A46-B694-40D2C1EB7EAA}" destId="{32E15E1C-C88C-48F5-A723-D1523E5D55BE}" srcOrd="0" destOrd="0" presId="urn:microsoft.com/office/officeart/2018/2/layout/IconVerticalSolidList"/>
    <dgm:cxn modelId="{946595D3-C535-454E-823B-181BB4B290B2}" srcId="{A98EF3EB-30C3-412F-BA67-C19A9934B903}" destId="{BE5185DE-58E2-4481-A54D-9618338C81F1}" srcOrd="1" destOrd="0" parTransId="{90F17653-D1AE-4656-B237-D2A4D9E346B2}" sibTransId="{E21EEC9A-1AA1-4F10-9DAE-173E45AC8CA1}"/>
    <dgm:cxn modelId="{F42059F1-D5D5-46DE-A7E0-8001319CC7A1}" srcId="{A98EF3EB-30C3-412F-BA67-C19A9934B903}" destId="{CD7FBD21-8771-405D-9757-14B48F0FCC05}" srcOrd="3" destOrd="0" parTransId="{1659AA01-BA58-4FF2-935B-79EAF5747F82}" sibTransId="{14B61035-870F-40B8-97A8-1BDA7483373A}"/>
    <dgm:cxn modelId="{68D5A6CB-52E7-47EA-AEA2-0F65CD3B57CA}" type="presParOf" srcId="{2E488706-5FB9-4DAD-AC62-BAE348A4AA18}" destId="{EA8C3086-FE44-4DEE-8FA1-DA41E5C78116}" srcOrd="0" destOrd="0" presId="urn:microsoft.com/office/officeart/2018/2/layout/IconVerticalSolidList"/>
    <dgm:cxn modelId="{EA23F260-7CB3-443D-8BAA-14AE832D8A89}" type="presParOf" srcId="{EA8C3086-FE44-4DEE-8FA1-DA41E5C78116}" destId="{BB05F0A0-AA0D-40CB-9048-59FF93F70B34}" srcOrd="0" destOrd="0" presId="urn:microsoft.com/office/officeart/2018/2/layout/IconVerticalSolidList"/>
    <dgm:cxn modelId="{AC00DDB8-1FE0-43DE-B35B-E74AEEA54FE1}" type="presParOf" srcId="{EA8C3086-FE44-4DEE-8FA1-DA41E5C78116}" destId="{F001472D-2F82-4225-85B2-17AA7ED6DBD7}" srcOrd="1" destOrd="0" presId="urn:microsoft.com/office/officeart/2018/2/layout/IconVerticalSolidList"/>
    <dgm:cxn modelId="{27B67D8D-500B-4660-86CF-BFF75713C9C3}" type="presParOf" srcId="{EA8C3086-FE44-4DEE-8FA1-DA41E5C78116}" destId="{388B44D9-20B4-4929-BEA8-7336FA3847E4}" srcOrd="2" destOrd="0" presId="urn:microsoft.com/office/officeart/2018/2/layout/IconVerticalSolidList"/>
    <dgm:cxn modelId="{7387E408-38C1-4B39-8F67-BA878CC84739}" type="presParOf" srcId="{EA8C3086-FE44-4DEE-8FA1-DA41E5C78116}" destId="{0566CB2D-D560-499A-A307-4F2374724FC4}" srcOrd="3" destOrd="0" presId="urn:microsoft.com/office/officeart/2018/2/layout/IconVerticalSolidList"/>
    <dgm:cxn modelId="{CDD5B7F3-1E88-4BF2-B277-91A38F850F22}" type="presParOf" srcId="{2E488706-5FB9-4DAD-AC62-BAE348A4AA18}" destId="{06A33EB3-54D0-405D-B035-8E0D7770924A}" srcOrd="1" destOrd="0" presId="urn:microsoft.com/office/officeart/2018/2/layout/IconVerticalSolidList"/>
    <dgm:cxn modelId="{1B79EC39-6A79-4B8A-8435-0A2E0A5E992E}" type="presParOf" srcId="{2E488706-5FB9-4DAD-AC62-BAE348A4AA18}" destId="{893D465C-59AD-4884-BAD7-D989D046BF1F}" srcOrd="2" destOrd="0" presId="urn:microsoft.com/office/officeart/2018/2/layout/IconVerticalSolidList"/>
    <dgm:cxn modelId="{94009B38-C782-4F66-B4FC-E88A128E9C6E}" type="presParOf" srcId="{893D465C-59AD-4884-BAD7-D989D046BF1F}" destId="{6AF30A57-2EEE-4051-A2B1-A88A748556A8}" srcOrd="0" destOrd="0" presId="urn:microsoft.com/office/officeart/2018/2/layout/IconVerticalSolidList"/>
    <dgm:cxn modelId="{0109E61E-6905-4889-8DEC-AD38E86CE8B2}" type="presParOf" srcId="{893D465C-59AD-4884-BAD7-D989D046BF1F}" destId="{A351F67F-E34B-481E-BC96-91278CA82EC3}" srcOrd="1" destOrd="0" presId="urn:microsoft.com/office/officeart/2018/2/layout/IconVerticalSolidList"/>
    <dgm:cxn modelId="{9352C5AB-6C39-45DE-8E3B-BD53F62AC8CF}" type="presParOf" srcId="{893D465C-59AD-4884-BAD7-D989D046BF1F}" destId="{06386758-6BF7-4F8E-82B6-E5DD1834003C}" srcOrd="2" destOrd="0" presId="urn:microsoft.com/office/officeart/2018/2/layout/IconVerticalSolidList"/>
    <dgm:cxn modelId="{BE85F9C8-E817-43FF-BB34-7EAC37CE8C6D}" type="presParOf" srcId="{893D465C-59AD-4884-BAD7-D989D046BF1F}" destId="{0A6DF9A5-5175-4486-8669-89C926E5FBC8}" srcOrd="3" destOrd="0" presId="urn:microsoft.com/office/officeart/2018/2/layout/IconVerticalSolidList"/>
    <dgm:cxn modelId="{67B9E9EC-D051-4BC5-BD4D-F7E09BDD3D16}" type="presParOf" srcId="{2E488706-5FB9-4DAD-AC62-BAE348A4AA18}" destId="{EA405201-C7D1-4BF4-8467-D3514FDF67AA}" srcOrd="3" destOrd="0" presId="urn:microsoft.com/office/officeart/2018/2/layout/IconVerticalSolidList"/>
    <dgm:cxn modelId="{131CB6D6-B501-4AB0-9102-AA08C45BD070}" type="presParOf" srcId="{2E488706-5FB9-4DAD-AC62-BAE348A4AA18}" destId="{21853DF4-EC5F-40E9-A2CB-34EAB31AA38C}" srcOrd="4" destOrd="0" presId="urn:microsoft.com/office/officeart/2018/2/layout/IconVerticalSolidList"/>
    <dgm:cxn modelId="{5F1E45C0-349C-4DA6-BC3C-E588282FE1F0}" type="presParOf" srcId="{21853DF4-EC5F-40E9-A2CB-34EAB31AA38C}" destId="{D8640F04-25F1-41C3-9E2A-D27273B64D04}" srcOrd="0" destOrd="0" presId="urn:microsoft.com/office/officeart/2018/2/layout/IconVerticalSolidList"/>
    <dgm:cxn modelId="{C9339632-A4EB-4B55-B59C-C3FEC6B13D23}" type="presParOf" srcId="{21853DF4-EC5F-40E9-A2CB-34EAB31AA38C}" destId="{31CC29E9-A21C-4ABD-8739-6C8FBE5A1668}" srcOrd="1" destOrd="0" presId="urn:microsoft.com/office/officeart/2018/2/layout/IconVerticalSolidList"/>
    <dgm:cxn modelId="{B59FB657-5389-4A66-8640-F6B508DCE396}" type="presParOf" srcId="{21853DF4-EC5F-40E9-A2CB-34EAB31AA38C}" destId="{E9BB4A32-C600-44A1-993B-A8799186F380}" srcOrd="2" destOrd="0" presId="urn:microsoft.com/office/officeart/2018/2/layout/IconVerticalSolidList"/>
    <dgm:cxn modelId="{A422C4E9-553A-4843-B930-DACBD26A2CC3}" type="presParOf" srcId="{21853DF4-EC5F-40E9-A2CB-34EAB31AA38C}" destId="{C1402270-9B5D-4744-A594-F634030B7119}" srcOrd="3" destOrd="0" presId="urn:microsoft.com/office/officeart/2018/2/layout/IconVerticalSolidList"/>
    <dgm:cxn modelId="{AA44D9C2-BE97-4A31-AADA-3CE58573F83A}" type="presParOf" srcId="{2E488706-5FB9-4DAD-AC62-BAE348A4AA18}" destId="{12E67248-997A-4BC6-884A-D124141451F8}" srcOrd="5" destOrd="0" presId="urn:microsoft.com/office/officeart/2018/2/layout/IconVerticalSolidList"/>
    <dgm:cxn modelId="{989C7B0B-C1A0-4A0B-ADD8-0D5D1690113F}" type="presParOf" srcId="{2E488706-5FB9-4DAD-AC62-BAE348A4AA18}" destId="{03671059-7E76-4C14-BB27-782985E2EBBA}" srcOrd="6" destOrd="0" presId="urn:microsoft.com/office/officeart/2018/2/layout/IconVerticalSolidList"/>
    <dgm:cxn modelId="{7CC0AE6C-0514-4127-9BDC-BAEB41F704A1}" type="presParOf" srcId="{03671059-7E76-4C14-BB27-782985E2EBBA}" destId="{50FEBE0D-2671-4842-A85E-735CFA65918F}" srcOrd="0" destOrd="0" presId="urn:microsoft.com/office/officeart/2018/2/layout/IconVerticalSolidList"/>
    <dgm:cxn modelId="{FA3775F6-0FA1-4FCF-ADCF-7F0C01D3C367}" type="presParOf" srcId="{03671059-7E76-4C14-BB27-782985E2EBBA}" destId="{20978C24-D06C-473E-B0B5-8FE715F0BB87}" srcOrd="1" destOrd="0" presId="urn:microsoft.com/office/officeart/2018/2/layout/IconVerticalSolidList"/>
    <dgm:cxn modelId="{79EBA0BE-80E4-473F-A78B-04A991C856A1}" type="presParOf" srcId="{03671059-7E76-4C14-BB27-782985E2EBBA}" destId="{4902BDF9-0E4F-4C2C-A883-E863C5A55FE6}" srcOrd="2" destOrd="0" presId="urn:microsoft.com/office/officeart/2018/2/layout/IconVerticalSolidList"/>
    <dgm:cxn modelId="{5A5609DE-0222-44F7-B01B-06176FEF484C}" type="presParOf" srcId="{03671059-7E76-4C14-BB27-782985E2EBBA}" destId="{200D49F9-5BC6-4BC8-BC1D-6B3860F5AA1F}" srcOrd="3" destOrd="0" presId="urn:microsoft.com/office/officeart/2018/2/layout/IconVerticalSolidList"/>
    <dgm:cxn modelId="{B7F7F200-C292-4138-9986-FA7863244D0F}" type="presParOf" srcId="{2E488706-5FB9-4DAD-AC62-BAE348A4AA18}" destId="{97AD2D24-7A0F-4B73-9019-C232B3BF6737}" srcOrd="7" destOrd="0" presId="urn:microsoft.com/office/officeart/2018/2/layout/IconVerticalSolidList"/>
    <dgm:cxn modelId="{7E1E5169-FE61-4302-B824-542F7DD9FBE2}" type="presParOf" srcId="{2E488706-5FB9-4DAD-AC62-BAE348A4AA18}" destId="{EF63B11D-7BAA-44E6-B29B-FEB195757EE8}" srcOrd="8" destOrd="0" presId="urn:microsoft.com/office/officeart/2018/2/layout/IconVerticalSolidList"/>
    <dgm:cxn modelId="{A6924BD2-AF5C-49E3-9B79-02284327CD78}" type="presParOf" srcId="{EF63B11D-7BAA-44E6-B29B-FEB195757EE8}" destId="{BD624640-5CD9-4ED2-B976-BBDF87B8BD29}" srcOrd="0" destOrd="0" presId="urn:microsoft.com/office/officeart/2018/2/layout/IconVerticalSolidList"/>
    <dgm:cxn modelId="{15918437-A8BF-48FF-956B-DF14167C72AC}" type="presParOf" srcId="{EF63B11D-7BAA-44E6-B29B-FEB195757EE8}" destId="{C4D151D0-7701-465F-BBD2-47A2EECA0FD9}" srcOrd="1" destOrd="0" presId="urn:microsoft.com/office/officeart/2018/2/layout/IconVerticalSolidList"/>
    <dgm:cxn modelId="{76EB4AFC-6792-4D35-9B21-91B3402712D3}" type="presParOf" srcId="{EF63B11D-7BAA-44E6-B29B-FEB195757EE8}" destId="{0958D2BD-6E0E-42C7-9074-819356DB43B5}" srcOrd="2" destOrd="0" presId="urn:microsoft.com/office/officeart/2018/2/layout/IconVerticalSolidList"/>
    <dgm:cxn modelId="{D5B288F4-4EAE-413F-9AA6-1CD9260FD1D2}" type="presParOf" srcId="{EF63B11D-7BAA-44E6-B29B-FEB195757EE8}" destId="{32E15E1C-C88C-48F5-A723-D1523E5D55BE}" srcOrd="3" destOrd="0" presId="urn:microsoft.com/office/officeart/2018/2/layout/IconVerticalSolidList"/>
    <dgm:cxn modelId="{647FA040-34B1-4C86-BC2C-C3F3475A31E3}" type="presParOf" srcId="{2E488706-5FB9-4DAD-AC62-BAE348A4AA18}" destId="{DE78072F-BC0B-4608-9222-77DB1A3EEF3C}" srcOrd="9" destOrd="0" presId="urn:microsoft.com/office/officeart/2018/2/layout/IconVerticalSolidList"/>
    <dgm:cxn modelId="{FBB99AC6-02C3-4EC6-8B9C-8D400231AFFD}" type="presParOf" srcId="{2E488706-5FB9-4DAD-AC62-BAE348A4AA18}" destId="{E21B0959-C80B-4C7E-B70F-4B7FE12DC5CC}" srcOrd="10" destOrd="0" presId="urn:microsoft.com/office/officeart/2018/2/layout/IconVerticalSolidList"/>
    <dgm:cxn modelId="{8525CD01-1E4C-440C-9135-64ECB00C8A50}" type="presParOf" srcId="{E21B0959-C80B-4C7E-B70F-4B7FE12DC5CC}" destId="{EBEBB9D5-E850-4C9B-B886-DC1CACAD3C84}" srcOrd="0" destOrd="0" presId="urn:microsoft.com/office/officeart/2018/2/layout/IconVerticalSolidList"/>
    <dgm:cxn modelId="{B4C440C8-278B-4295-8F72-3921686DB37E}" type="presParOf" srcId="{E21B0959-C80B-4C7E-B70F-4B7FE12DC5CC}" destId="{7CB97B17-92E6-4055-9D42-B2525DFE73EE}" srcOrd="1" destOrd="0" presId="urn:microsoft.com/office/officeart/2018/2/layout/IconVerticalSolidList"/>
    <dgm:cxn modelId="{EA9E147C-1891-4465-A1C9-0AC9B7339FC4}" type="presParOf" srcId="{E21B0959-C80B-4C7E-B70F-4B7FE12DC5CC}" destId="{2156B923-3313-4A69-856D-AE2CA7B7AC74}" srcOrd="2" destOrd="0" presId="urn:microsoft.com/office/officeart/2018/2/layout/IconVerticalSolidList"/>
    <dgm:cxn modelId="{F785A54D-2C3C-4210-AA45-D250951D7110}" type="presParOf" srcId="{E21B0959-C80B-4C7E-B70F-4B7FE12DC5CC}" destId="{ED843C1E-F004-47D5-83F0-8403752CC3D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3C14C58-4929-400A-B9E0-A83167D4EB9E}" type="doc">
      <dgm:prSet loTypeId="urn:microsoft.com/office/officeart/2005/8/layout/hierarchy1" loCatId="hierarchy" qsTypeId="urn:microsoft.com/office/officeart/2005/8/quickstyle/simple1#10" qsCatId="simple" csTypeId="urn:microsoft.com/office/officeart/2005/8/colors/accent1_2#9" csCatId="accent1"/>
      <dgm:spPr/>
      <dgm:t>
        <a:bodyPr/>
        <a:lstStyle/>
        <a:p>
          <a:endParaRPr lang="en-US"/>
        </a:p>
      </dgm:t>
    </dgm:pt>
    <dgm:pt modelId="{1D7C0593-AC23-4591-8C74-5B3815E0357D}">
      <dgm:prSet/>
      <dgm:spPr/>
      <dgm:t>
        <a:bodyPr/>
        <a:lstStyle/>
        <a:p>
          <a:r>
            <a:rPr lang="en-US"/>
            <a:t>• Relojes y contadores</a:t>
          </a:r>
        </a:p>
      </dgm:t>
    </dgm:pt>
    <dgm:pt modelId="{03DC32C7-33C5-4367-AF94-D40EEDA61D96}" type="parTrans" cxnId="{00C59ECD-F82B-4BD4-ADED-10E5B9B1B894}">
      <dgm:prSet/>
      <dgm:spPr/>
      <dgm:t>
        <a:bodyPr/>
        <a:lstStyle/>
        <a:p>
          <a:endParaRPr lang="en-US"/>
        </a:p>
      </dgm:t>
    </dgm:pt>
    <dgm:pt modelId="{616F5639-9B49-420E-8B30-6B053BDDED94}" type="sibTrans" cxnId="{00C59ECD-F82B-4BD4-ADED-10E5B9B1B894}">
      <dgm:prSet/>
      <dgm:spPr/>
      <dgm:t>
        <a:bodyPr/>
        <a:lstStyle/>
        <a:p>
          <a:endParaRPr lang="en-US"/>
        </a:p>
      </dgm:t>
    </dgm:pt>
    <dgm:pt modelId="{15B07280-EB0D-465D-BA9C-4D0CD142501F}">
      <dgm:prSet/>
      <dgm:spPr/>
      <dgm:t>
        <a:bodyPr/>
        <a:lstStyle/>
        <a:p>
          <a:r>
            <a:rPr lang="en-US"/>
            <a:t>• Intervalos y timeouts</a:t>
          </a:r>
        </a:p>
      </dgm:t>
    </dgm:pt>
    <dgm:pt modelId="{FDEE2211-8929-4728-9F7F-9C7940777FE5}" type="parTrans" cxnId="{79845C8A-FAD9-406C-ACC5-6A22AFD69A78}">
      <dgm:prSet/>
      <dgm:spPr/>
      <dgm:t>
        <a:bodyPr/>
        <a:lstStyle/>
        <a:p>
          <a:endParaRPr lang="en-US"/>
        </a:p>
      </dgm:t>
    </dgm:pt>
    <dgm:pt modelId="{CE2DDCF5-8BD3-41F2-B1C8-181186EFA546}" type="sibTrans" cxnId="{79845C8A-FAD9-406C-ACC5-6A22AFD69A78}">
      <dgm:prSet/>
      <dgm:spPr/>
      <dgm:t>
        <a:bodyPr/>
        <a:lstStyle/>
        <a:p>
          <a:endParaRPr lang="en-US"/>
        </a:p>
      </dgm:t>
    </dgm:pt>
    <dgm:pt modelId="{47F70DDB-1708-4366-85E8-3C9AF6073B3D}">
      <dgm:prSet/>
      <dgm:spPr/>
      <dgm:t>
        <a:bodyPr/>
        <a:lstStyle/>
        <a:p>
          <a:r>
            <a:rPr lang="en-US"/>
            <a:t>• Diálogos: alert, confirm, prompt</a:t>
          </a:r>
        </a:p>
      </dgm:t>
    </dgm:pt>
    <dgm:pt modelId="{3BE7EC42-A24C-4923-9403-6C8C0DFE8A5C}" type="parTrans" cxnId="{4534DA04-E13A-4447-9B48-4BF8775E71BB}">
      <dgm:prSet/>
      <dgm:spPr/>
      <dgm:t>
        <a:bodyPr/>
        <a:lstStyle/>
        <a:p>
          <a:endParaRPr lang="en-US"/>
        </a:p>
      </dgm:t>
    </dgm:pt>
    <dgm:pt modelId="{84A87F42-7532-4642-B8CD-91AB4720A508}" type="sibTrans" cxnId="{4534DA04-E13A-4447-9B48-4BF8775E71BB}">
      <dgm:prSet/>
      <dgm:spPr/>
      <dgm:t>
        <a:bodyPr/>
        <a:lstStyle/>
        <a:p>
          <a:endParaRPr lang="en-US"/>
        </a:p>
      </dgm:t>
    </dgm:pt>
    <dgm:pt modelId="{651B6069-B7D7-42E0-A769-9156410583D5}">
      <dgm:prSet/>
      <dgm:spPr/>
      <dgm:t>
        <a:bodyPr/>
        <a:lstStyle/>
        <a:p>
          <a:r>
            <a:rPr lang="en-US"/>
            <a:t>• Galerías de imágenes</a:t>
          </a:r>
        </a:p>
      </dgm:t>
    </dgm:pt>
    <dgm:pt modelId="{53E49FAF-ECE9-4056-9745-849024273F64}" type="parTrans" cxnId="{FB74FC77-1D68-4FCB-B6BA-E8A71815749A}">
      <dgm:prSet/>
      <dgm:spPr/>
      <dgm:t>
        <a:bodyPr/>
        <a:lstStyle/>
        <a:p>
          <a:endParaRPr lang="en-US"/>
        </a:p>
      </dgm:t>
    </dgm:pt>
    <dgm:pt modelId="{233B0EE8-7A1D-47BA-A26B-5E62437B5662}" type="sibTrans" cxnId="{FB74FC77-1D68-4FCB-B6BA-E8A71815749A}">
      <dgm:prSet/>
      <dgm:spPr/>
      <dgm:t>
        <a:bodyPr/>
        <a:lstStyle/>
        <a:p>
          <a:endParaRPr lang="en-US"/>
        </a:p>
      </dgm:t>
    </dgm:pt>
    <dgm:pt modelId="{8BB23EE0-87E8-4000-81FA-DB3BA5A4D41D}">
      <dgm:prSet/>
      <dgm:spPr/>
      <dgm:t>
        <a:bodyPr/>
        <a:lstStyle/>
        <a:p>
          <a:r>
            <a:rPr lang="en-US"/>
            <a:t>• Tooltips interactivos</a:t>
          </a:r>
        </a:p>
      </dgm:t>
    </dgm:pt>
    <dgm:pt modelId="{3D8BB380-0BAC-4EF6-AA43-2DDAD7E72488}" type="parTrans" cxnId="{ABFD4626-E7AD-4942-B8CB-0D5DCA6EAD9F}">
      <dgm:prSet/>
      <dgm:spPr/>
      <dgm:t>
        <a:bodyPr/>
        <a:lstStyle/>
        <a:p>
          <a:endParaRPr lang="en-US"/>
        </a:p>
      </dgm:t>
    </dgm:pt>
    <dgm:pt modelId="{947DEEAD-0589-4CEE-BF79-47A228432682}" type="sibTrans" cxnId="{ABFD4626-E7AD-4942-B8CB-0D5DCA6EAD9F}">
      <dgm:prSet/>
      <dgm:spPr/>
      <dgm:t>
        <a:bodyPr/>
        <a:lstStyle/>
        <a:p>
          <a:endParaRPr lang="en-US"/>
        </a:p>
      </dgm:t>
    </dgm:pt>
    <dgm:pt modelId="{BE4C5FAF-3493-4D67-B69E-4279B7A5B64E}">
      <dgm:prSet/>
      <dgm:spPr/>
      <dgm:t>
        <a:bodyPr/>
        <a:lstStyle/>
        <a:p>
          <a:r>
            <a:rPr lang="en-US"/>
            <a:t>• Carruseles, Lightbox y efectos especiales</a:t>
          </a:r>
        </a:p>
      </dgm:t>
    </dgm:pt>
    <dgm:pt modelId="{945FD46E-5E30-468E-A02E-AD2F8519CFEA}" type="parTrans" cxnId="{77063F29-FB35-4285-AC5F-A8BCD08A5ACC}">
      <dgm:prSet/>
      <dgm:spPr/>
      <dgm:t>
        <a:bodyPr/>
        <a:lstStyle/>
        <a:p>
          <a:endParaRPr lang="en-US"/>
        </a:p>
      </dgm:t>
    </dgm:pt>
    <dgm:pt modelId="{DBFB76EC-6D66-4F45-8695-4F6F53F48C06}" type="sibTrans" cxnId="{77063F29-FB35-4285-AC5F-A8BCD08A5ACC}">
      <dgm:prSet/>
      <dgm:spPr/>
      <dgm:t>
        <a:bodyPr/>
        <a:lstStyle/>
        <a:p>
          <a:endParaRPr lang="en-US"/>
        </a:p>
      </dgm:t>
    </dgm:pt>
    <dgm:pt modelId="{0D7D25EC-D26D-49E0-93A7-8C4503B15736}" type="pres">
      <dgm:prSet presAssocID="{83C14C58-4929-400A-B9E0-A83167D4EB9E}" presName="hierChild1" presStyleCnt="0">
        <dgm:presLayoutVars>
          <dgm:chPref val="1"/>
          <dgm:dir/>
          <dgm:animOne val="branch"/>
          <dgm:animLvl val="lvl"/>
          <dgm:resizeHandles/>
        </dgm:presLayoutVars>
      </dgm:prSet>
      <dgm:spPr/>
    </dgm:pt>
    <dgm:pt modelId="{E6BE131A-E2A5-42DB-84C0-78D01FC503DE}" type="pres">
      <dgm:prSet presAssocID="{1D7C0593-AC23-4591-8C74-5B3815E0357D}" presName="hierRoot1" presStyleCnt="0"/>
      <dgm:spPr/>
    </dgm:pt>
    <dgm:pt modelId="{D9BE5A2B-C430-48A3-A371-035A8F5E546E}" type="pres">
      <dgm:prSet presAssocID="{1D7C0593-AC23-4591-8C74-5B3815E0357D}" presName="composite" presStyleCnt="0"/>
      <dgm:spPr/>
    </dgm:pt>
    <dgm:pt modelId="{B6E25DE6-4190-4E2A-878E-ADAE67F9DBF1}" type="pres">
      <dgm:prSet presAssocID="{1D7C0593-AC23-4591-8C74-5B3815E0357D}" presName="background" presStyleLbl="node0" presStyleIdx="0" presStyleCnt="6"/>
      <dgm:spPr/>
    </dgm:pt>
    <dgm:pt modelId="{5F465AB0-14C0-4207-A8C0-AC8B2578FDEC}" type="pres">
      <dgm:prSet presAssocID="{1D7C0593-AC23-4591-8C74-5B3815E0357D}" presName="text" presStyleLbl="fgAcc0" presStyleIdx="0" presStyleCnt="6">
        <dgm:presLayoutVars>
          <dgm:chPref val="3"/>
        </dgm:presLayoutVars>
      </dgm:prSet>
      <dgm:spPr/>
    </dgm:pt>
    <dgm:pt modelId="{6CB37E7F-960C-4F65-BAB1-0492627582F2}" type="pres">
      <dgm:prSet presAssocID="{1D7C0593-AC23-4591-8C74-5B3815E0357D}" presName="hierChild2" presStyleCnt="0"/>
      <dgm:spPr/>
    </dgm:pt>
    <dgm:pt modelId="{C78A6D77-033A-4B21-AFE6-DC03C65A4011}" type="pres">
      <dgm:prSet presAssocID="{15B07280-EB0D-465D-BA9C-4D0CD142501F}" presName="hierRoot1" presStyleCnt="0"/>
      <dgm:spPr/>
    </dgm:pt>
    <dgm:pt modelId="{79C731EF-1521-49D2-8643-B5EFAEBC2FED}" type="pres">
      <dgm:prSet presAssocID="{15B07280-EB0D-465D-BA9C-4D0CD142501F}" presName="composite" presStyleCnt="0"/>
      <dgm:spPr/>
    </dgm:pt>
    <dgm:pt modelId="{42E44F3F-9297-497B-8444-6D65C096F9A3}" type="pres">
      <dgm:prSet presAssocID="{15B07280-EB0D-465D-BA9C-4D0CD142501F}" presName="background" presStyleLbl="node0" presStyleIdx="1" presStyleCnt="6"/>
      <dgm:spPr/>
    </dgm:pt>
    <dgm:pt modelId="{28DB97AF-24F6-40E4-9A38-E87F8D94ED59}" type="pres">
      <dgm:prSet presAssocID="{15B07280-EB0D-465D-BA9C-4D0CD142501F}" presName="text" presStyleLbl="fgAcc0" presStyleIdx="1" presStyleCnt="6">
        <dgm:presLayoutVars>
          <dgm:chPref val="3"/>
        </dgm:presLayoutVars>
      </dgm:prSet>
      <dgm:spPr/>
    </dgm:pt>
    <dgm:pt modelId="{7C8236B4-6A03-4422-8E2F-25EA92E897A3}" type="pres">
      <dgm:prSet presAssocID="{15B07280-EB0D-465D-BA9C-4D0CD142501F}" presName="hierChild2" presStyleCnt="0"/>
      <dgm:spPr/>
    </dgm:pt>
    <dgm:pt modelId="{F4C1053C-C3DF-48A2-99BC-C37185328665}" type="pres">
      <dgm:prSet presAssocID="{47F70DDB-1708-4366-85E8-3C9AF6073B3D}" presName="hierRoot1" presStyleCnt="0"/>
      <dgm:spPr/>
    </dgm:pt>
    <dgm:pt modelId="{22775413-55B9-45A9-B7DA-3F52E79DDC83}" type="pres">
      <dgm:prSet presAssocID="{47F70DDB-1708-4366-85E8-3C9AF6073B3D}" presName="composite" presStyleCnt="0"/>
      <dgm:spPr/>
    </dgm:pt>
    <dgm:pt modelId="{491C2A45-7DFA-4A15-B899-C638B71121C3}" type="pres">
      <dgm:prSet presAssocID="{47F70DDB-1708-4366-85E8-3C9AF6073B3D}" presName="background" presStyleLbl="node0" presStyleIdx="2" presStyleCnt="6"/>
      <dgm:spPr/>
    </dgm:pt>
    <dgm:pt modelId="{F0C99EB7-7C42-4339-A322-91FC1F29730B}" type="pres">
      <dgm:prSet presAssocID="{47F70DDB-1708-4366-85E8-3C9AF6073B3D}" presName="text" presStyleLbl="fgAcc0" presStyleIdx="2" presStyleCnt="6">
        <dgm:presLayoutVars>
          <dgm:chPref val="3"/>
        </dgm:presLayoutVars>
      </dgm:prSet>
      <dgm:spPr/>
    </dgm:pt>
    <dgm:pt modelId="{436CA83A-5146-4486-82EF-EB9C1A968C77}" type="pres">
      <dgm:prSet presAssocID="{47F70DDB-1708-4366-85E8-3C9AF6073B3D}" presName="hierChild2" presStyleCnt="0"/>
      <dgm:spPr/>
    </dgm:pt>
    <dgm:pt modelId="{2E6C7AC5-9191-40C2-99CC-C2BE08E86932}" type="pres">
      <dgm:prSet presAssocID="{651B6069-B7D7-42E0-A769-9156410583D5}" presName="hierRoot1" presStyleCnt="0"/>
      <dgm:spPr/>
    </dgm:pt>
    <dgm:pt modelId="{17FAD806-D7C8-41A6-99A1-24F53DD89A68}" type="pres">
      <dgm:prSet presAssocID="{651B6069-B7D7-42E0-A769-9156410583D5}" presName="composite" presStyleCnt="0"/>
      <dgm:spPr/>
    </dgm:pt>
    <dgm:pt modelId="{566665B2-F7A6-4FFD-9753-BFA5DF8BA393}" type="pres">
      <dgm:prSet presAssocID="{651B6069-B7D7-42E0-A769-9156410583D5}" presName="background" presStyleLbl="node0" presStyleIdx="3" presStyleCnt="6"/>
      <dgm:spPr/>
    </dgm:pt>
    <dgm:pt modelId="{29E216E4-ED39-4BE2-9C6B-001102A7C1B9}" type="pres">
      <dgm:prSet presAssocID="{651B6069-B7D7-42E0-A769-9156410583D5}" presName="text" presStyleLbl="fgAcc0" presStyleIdx="3" presStyleCnt="6">
        <dgm:presLayoutVars>
          <dgm:chPref val="3"/>
        </dgm:presLayoutVars>
      </dgm:prSet>
      <dgm:spPr/>
    </dgm:pt>
    <dgm:pt modelId="{337FD4BE-1177-4A23-807A-5DF77152B6A6}" type="pres">
      <dgm:prSet presAssocID="{651B6069-B7D7-42E0-A769-9156410583D5}" presName="hierChild2" presStyleCnt="0"/>
      <dgm:spPr/>
    </dgm:pt>
    <dgm:pt modelId="{1DDF6603-06D4-42BB-8614-DE2C84D3BE49}" type="pres">
      <dgm:prSet presAssocID="{8BB23EE0-87E8-4000-81FA-DB3BA5A4D41D}" presName="hierRoot1" presStyleCnt="0"/>
      <dgm:spPr/>
    </dgm:pt>
    <dgm:pt modelId="{2F46BCA4-3168-409A-9F26-40ECF16F11D1}" type="pres">
      <dgm:prSet presAssocID="{8BB23EE0-87E8-4000-81FA-DB3BA5A4D41D}" presName="composite" presStyleCnt="0"/>
      <dgm:spPr/>
    </dgm:pt>
    <dgm:pt modelId="{7487C40C-1458-4B74-A56C-9D0CFD45A227}" type="pres">
      <dgm:prSet presAssocID="{8BB23EE0-87E8-4000-81FA-DB3BA5A4D41D}" presName="background" presStyleLbl="node0" presStyleIdx="4" presStyleCnt="6"/>
      <dgm:spPr/>
    </dgm:pt>
    <dgm:pt modelId="{4A23FFB1-DBBD-494E-8745-E408246617B5}" type="pres">
      <dgm:prSet presAssocID="{8BB23EE0-87E8-4000-81FA-DB3BA5A4D41D}" presName="text" presStyleLbl="fgAcc0" presStyleIdx="4" presStyleCnt="6">
        <dgm:presLayoutVars>
          <dgm:chPref val="3"/>
        </dgm:presLayoutVars>
      </dgm:prSet>
      <dgm:spPr/>
    </dgm:pt>
    <dgm:pt modelId="{13D3CC25-473B-4654-89B1-7E6EF6EB5C6D}" type="pres">
      <dgm:prSet presAssocID="{8BB23EE0-87E8-4000-81FA-DB3BA5A4D41D}" presName="hierChild2" presStyleCnt="0"/>
      <dgm:spPr/>
    </dgm:pt>
    <dgm:pt modelId="{4A84D098-7A13-45C2-BD55-B3C02A4E54B9}" type="pres">
      <dgm:prSet presAssocID="{BE4C5FAF-3493-4D67-B69E-4279B7A5B64E}" presName="hierRoot1" presStyleCnt="0"/>
      <dgm:spPr/>
    </dgm:pt>
    <dgm:pt modelId="{B0F5C5B7-C60A-4A2C-BE6A-229574E2B638}" type="pres">
      <dgm:prSet presAssocID="{BE4C5FAF-3493-4D67-B69E-4279B7A5B64E}" presName="composite" presStyleCnt="0"/>
      <dgm:spPr/>
    </dgm:pt>
    <dgm:pt modelId="{57B42A40-1F6F-49F9-B21F-8973FDEB31A5}" type="pres">
      <dgm:prSet presAssocID="{BE4C5FAF-3493-4D67-B69E-4279B7A5B64E}" presName="background" presStyleLbl="node0" presStyleIdx="5" presStyleCnt="6"/>
      <dgm:spPr/>
    </dgm:pt>
    <dgm:pt modelId="{53E0A3C6-140B-4DFD-B9FB-FDB4E11E6702}" type="pres">
      <dgm:prSet presAssocID="{BE4C5FAF-3493-4D67-B69E-4279B7A5B64E}" presName="text" presStyleLbl="fgAcc0" presStyleIdx="5" presStyleCnt="6">
        <dgm:presLayoutVars>
          <dgm:chPref val="3"/>
        </dgm:presLayoutVars>
      </dgm:prSet>
      <dgm:spPr/>
    </dgm:pt>
    <dgm:pt modelId="{A34E693F-5667-45D3-8E06-9639B045F960}" type="pres">
      <dgm:prSet presAssocID="{BE4C5FAF-3493-4D67-B69E-4279B7A5B64E}" presName="hierChild2" presStyleCnt="0"/>
      <dgm:spPr/>
    </dgm:pt>
  </dgm:ptLst>
  <dgm:cxnLst>
    <dgm:cxn modelId="{4534DA04-E13A-4447-9B48-4BF8775E71BB}" srcId="{83C14C58-4929-400A-B9E0-A83167D4EB9E}" destId="{47F70DDB-1708-4366-85E8-3C9AF6073B3D}" srcOrd="2" destOrd="0" parTransId="{3BE7EC42-A24C-4923-9403-6C8C0DFE8A5C}" sibTransId="{84A87F42-7532-4642-B8CD-91AB4720A508}"/>
    <dgm:cxn modelId="{B9F71909-F77D-4FA3-8872-A94073C7C765}" type="presOf" srcId="{15B07280-EB0D-465D-BA9C-4D0CD142501F}" destId="{28DB97AF-24F6-40E4-9A38-E87F8D94ED59}" srcOrd="0" destOrd="0" presId="urn:microsoft.com/office/officeart/2005/8/layout/hierarchy1"/>
    <dgm:cxn modelId="{ABFD4626-E7AD-4942-B8CB-0D5DCA6EAD9F}" srcId="{83C14C58-4929-400A-B9E0-A83167D4EB9E}" destId="{8BB23EE0-87E8-4000-81FA-DB3BA5A4D41D}" srcOrd="4" destOrd="0" parTransId="{3D8BB380-0BAC-4EF6-AA43-2DDAD7E72488}" sibTransId="{947DEEAD-0589-4CEE-BF79-47A228432682}"/>
    <dgm:cxn modelId="{77063F29-FB35-4285-AC5F-A8BCD08A5ACC}" srcId="{83C14C58-4929-400A-B9E0-A83167D4EB9E}" destId="{BE4C5FAF-3493-4D67-B69E-4279B7A5B64E}" srcOrd="5" destOrd="0" parTransId="{945FD46E-5E30-468E-A02E-AD2F8519CFEA}" sibTransId="{DBFB76EC-6D66-4F45-8695-4F6F53F48C06}"/>
    <dgm:cxn modelId="{5E71BC2B-8E37-4B2E-8F62-6A6DCCBA091A}" type="presOf" srcId="{83C14C58-4929-400A-B9E0-A83167D4EB9E}" destId="{0D7D25EC-D26D-49E0-93A7-8C4503B15736}" srcOrd="0" destOrd="0" presId="urn:microsoft.com/office/officeart/2005/8/layout/hierarchy1"/>
    <dgm:cxn modelId="{144CF640-2C61-4F78-8103-8CCA84033DAC}" type="presOf" srcId="{1D7C0593-AC23-4591-8C74-5B3815E0357D}" destId="{5F465AB0-14C0-4207-A8C0-AC8B2578FDEC}" srcOrd="0" destOrd="0" presId="urn:microsoft.com/office/officeart/2005/8/layout/hierarchy1"/>
    <dgm:cxn modelId="{FB74FC77-1D68-4FCB-B6BA-E8A71815749A}" srcId="{83C14C58-4929-400A-B9E0-A83167D4EB9E}" destId="{651B6069-B7D7-42E0-A769-9156410583D5}" srcOrd="3" destOrd="0" parTransId="{53E49FAF-ECE9-4056-9745-849024273F64}" sibTransId="{233B0EE8-7A1D-47BA-A26B-5E62437B5662}"/>
    <dgm:cxn modelId="{D092F759-0CCC-4854-A92B-477BFD5964BF}" type="presOf" srcId="{8BB23EE0-87E8-4000-81FA-DB3BA5A4D41D}" destId="{4A23FFB1-DBBD-494E-8745-E408246617B5}" srcOrd="0" destOrd="0" presId="urn:microsoft.com/office/officeart/2005/8/layout/hierarchy1"/>
    <dgm:cxn modelId="{79845C8A-FAD9-406C-ACC5-6A22AFD69A78}" srcId="{83C14C58-4929-400A-B9E0-A83167D4EB9E}" destId="{15B07280-EB0D-465D-BA9C-4D0CD142501F}" srcOrd="1" destOrd="0" parTransId="{FDEE2211-8929-4728-9F7F-9C7940777FE5}" sibTransId="{CE2DDCF5-8BD3-41F2-B1C8-181186EFA546}"/>
    <dgm:cxn modelId="{1E8BCEB3-865B-498A-B8DF-AF19D5B0173F}" type="presOf" srcId="{47F70DDB-1708-4366-85E8-3C9AF6073B3D}" destId="{F0C99EB7-7C42-4339-A322-91FC1F29730B}" srcOrd="0" destOrd="0" presId="urn:microsoft.com/office/officeart/2005/8/layout/hierarchy1"/>
    <dgm:cxn modelId="{00C59ECD-F82B-4BD4-ADED-10E5B9B1B894}" srcId="{83C14C58-4929-400A-B9E0-A83167D4EB9E}" destId="{1D7C0593-AC23-4591-8C74-5B3815E0357D}" srcOrd="0" destOrd="0" parTransId="{03DC32C7-33C5-4367-AF94-D40EEDA61D96}" sibTransId="{616F5639-9B49-420E-8B30-6B053BDDED94}"/>
    <dgm:cxn modelId="{399A6FE2-9FA1-447A-88A2-0BC402983971}" type="presOf" srcId="{651B6069-B7D7-42E0-A769-9156410583D5}" destId="{29E216E4-ED39-4BE2-9C6B-001102A7C1B9}" srcOrd="0" destOrd="0" presId="urn:microsoft.com/office/officeart/2005/8/layout/hierarchy1"/>
    <dgm:cxn modelId="{E91A77F3-2EF9-4FA6-A1E7-AC1A35EF7482}" type="presOf" srcId="{BE4C5FAF-3493-4D67-B69E-4279B7A5B64E}" destId="{53E0A3C6-140B-4DFD-B9FB-FDB4E11E6702}" srcOrd="0" destOrd="0" presId="urn:microsoft.com/office/officeart/2005/8/layout/hierarchy1"/>
    <dgm:cxn modelId="{9B4F0866-71EA-4A67-A7D3-341079923163}" type="presParOf" srcId="{0D7D25EC-D26D-49E0-93A7-8C4503B15736}" destId="{E6BE131A-E2A5-42DB-84C0-78D01FC503DE}" srcOrd="0" destOrd="0" presId="urn:microsoft.com/office/officeart/2005/8/layout/hierarchy1"/>
    <dgm:cxn modelId="{401A8FCE-01E7-4C31-A9E1-DD0D5FEE9190}" type="presParOf" srcId="{E6BE131A-E2A5-42DB-84C0-78D01FC503DE}" destId="{D9BE5A2B-C430-48A3-A371-035A8F5E546E}" srcOrd="0" destOrd="0" presId="urn:microsoft.com/office/officeart/2005/8/layout/hierarchy1"/>
    <dgm:cxn modelId="{D244C54C-32AC-4293-80A4-75C41B903687}" type="presParOf" srcId="{D9BE5A2B-C430-48A3-A371-035A8F5E546E}" destId="{B6E25DE6-4190-4E2A-878E-ADAE67F9DBF1}" srcOrd="0" destOrd="0" presId="urn:microsoft.com/office/officeart/2005/8/layout/hierarchy1"/>
    <dgm:cxn modelId="{1C72DC00-7965-405B-ADCD-2A82DBDE7818}" type="presParOf" srcId="{D9BE5A2B-C430-48A3-A371-035A8F5E546E}" destId="{5F465AB0-14C0-4207-A8C0-AC8B2578FDEC}" srcOrd="1" destOrd="0" presId="urn:microsoft.com/office/officeart/2005/8/layout/hierarchy1"/>
    <dgm:cxn modelId="{A38B6AB1-91BD-40F1-AD43-7DA20382A1AD}" type="presParOf" srcId="{E6BE131A-E2A5-42DB-84C0-78D01FC503DE}" destId="{6CB37E7F-960C-4F65-BAB1-0492627582F2}" srcOrd="1" destOrd="0" presId="urn:microsoft.com/office/officeart/2005/8/layout/hierarchy1"/>
    <dgm:cxn modelId="{63A631CD-5D3E-4E62-A549-9D590191BC5C}" type="presParOf" srcId="{0D7D25EC-D26D-49E0-93A7-8C4503B15736}" destId="{C78A6D77-033A-4B21-AFE6-DC03C65A4011}" srcOrd="1" destOrd="0" presId="urn:microsoft.com/office/officeart/2005/8/layout/hierarchy1"/>
    <dgm:cxn modelId="{DE1304D2-5BD3-4294-BCD9-11D145BF7E28}" type="presParOf" srcId="{C78A6D77-033A-4B21-AFE6-DC03C65A4011}" destId="{79C731EF-1521-49D2-8643-B5EFAEBC2FED}" srcOrd="0" destOrd="0" presId="urn:microsoft.com/office/officeart/2005/8/layout/hierarchy1"/>
    <dgm:cxn modelId="{72FBD082-8453-47E1-85C4-25C20B720186}" type="presParOf" srcId="{79C731EF-1521-49D2-8643-B5EFAEBC2FED}" destId="{42E44F3F-9297-497B-8444-6D65C096F9A3}" srcOrd="0" destOrd="0" presId="urn:microsoft.com/office/officeart/2005/8/layout/hierarchy1"/>
    <dgm:cxn modelId="{1B31DCAB-56DF-4609-AA49-1611723546D4}" type="presParOf" srcId="{79C731EF-1521-49D2-8643-B5EFAEBC2FED}" destId="{28DB97AF-24F6-40E4-9A38-E87F8D94ED59}" srcOrd="1" destOrd="0" presId="urn:microsoft.com/office/officeart/2005/8/layout/hierarchy1"/>
    <dgm:cxn modelId="{B169ED25-90FA-4495-B421-252AFB2B61AB}" type="presParOf" srcId="{C78A6D77-033A-4B21-AFE6-DC03C65A4011}" destId="{7C8236B4-6A03-4422-8E2F-25EA92E897A3}" srcOrd="1" destOrd="0" presId="urn:microsoft.com/office/officeart/2005/8/layout/hierarchy1"/>
    <dgm:cxn modelId="{6E4FB1A6-4DEC-4F30-8027-85255697CE12}" type="presParOf" srcId="{0D7D25EC-D26D-49E0-93A7-8C4503B15736}" destId="{F4C1053C-C3DF-48A2-99BC-C37185328665}" srcOrd="2" destOrd="0" presId="urn:microsoft.com/office/officeart/2005/8/layout/hierarchy1"/>
    <dgm:cxn modelId="{68510041-C2E7-4071-9385-78A966B61D3C}" type="presParOf" srcId="{F4C1053C-C3DF-48A2-99BC-C37185328665}" destId="{22775413-55B9-45A9-B7DA-3F52E79DDC83}" srcOrd="0" destOrd="0" presId="urn:microsoft.com/office/officeart/2005/8/layout/hierarchy1"/>
    <dgm:cxn modelId="{CEA9E576-5BF2-4E70-9766-F2D5926AFF37}" type="presParOf" srcId="{22775413-55B9-45A9-B7DA-3F52E79DDC83}" destId="{491C2A45-7DFA-4A15-B899-C638B71121C3}" srcOrd="0" destOrd="0" presId="urn:microsoft.com/office/officeart/2005/8/layout/hierarchy1"/>
    <dgm:cxn modelId="{ED105B1D-F87C-4C70-95BD-0BA7458307AB}" type="presParOf" srcId="{22775413-55B9-45A9-B7DA-3F52E79DDC83}" destId="{F0C99EB7-7C42-4339-A322-91FC1F29730B}" srcOrd="1" destOrd="0" presId="urn:microsoft.com/office/officeart/2005/8/layout/hierarchy1"/>
    <dgm:cxn modelId="{B381DCE2-AC7F-4AB6-9393-DDCEF11B4F94}" type="presParOf" srcId="{F4C1053C-C3DF-48A2-99BC-C37185328665}" destId="{436CA83A-5146-4486-82EF-EB9C1A968C77}" srcOrd="1" destOrd="0" presId="urn:microsoft.com/office/officeart/2005/8/layout/hierarchy1"/>
    <dgm:cxn modelId="{558ABE89-2AF7-4219-A5C1-3FD1207AB6F5}" type="presParOf" srcId="{0D7D25EC-D26D-49E0-93A7-8C4503B15736}" destId="{2E6C7AC5-9191-40C2-99CC-C2BE08E86932}" srcOrd="3" destOrd="0" presId="urn:microsoft.com/office/officeart/2005/8/layout/hierarchy1"/>
    <dgm:cxn modelId="{341310C0-CACE-4004-997C-B3087B899371}" type="presParOf" srcId="{2E6C7AC5-9191-40C2-99CC-C2BE08E86932}" destId="{17FAD806-D7C8-41A6-99A1-24F53DD89A68}" srcOrd="0" destOrd="0" presId="urn:microsoft.com/office/officeart/2005/8/layout/hierarchy1"/>
    <dgm:cxn modelId="{67EF3563-6092-40FE-B4D0-3C0E9DC46477}" type="presParOf" srcId="{17FAD806-D7C8-41A6-99A1-24F53DD89A68}" destId="{566665B2-F7A6-4FFD-9753-BFA5DF8BA393}" srcOrd="0" destOrd="0" presId="urn:microsoft.com/office/officeart/2005/8/layout/hierarchy1"/>
    <dgm:cxn modelId="{99CD3972-54CC-4243-B596-0847846891BA}" type="presParOf" srcId="{17FAD806-D7C8-41A6-99A1-24F53DD89A68}" destId="{29E216E4-ED39-4BE2-9C6B-001102A7C1B9}" srcOrd="1" destOrd="0" presId="urn:microsoft.com/office/officeart/2005/8/layout/hierarchy1"/>
    <dgm:cxn modelId="{F94D1E3B-2F99-4D4E-BBCE-B804207EAA2D}" type="presParOf" srcId="{2E6C7AC5-9191-40C2-99CC-C2BE08E86932}" destId="{337FD4BE-1177-4A23-807A-5DF77152B6A6}" srcOrd="1" destOrd="0" presId="urn:microsoft.com/office/officeart/2005/8/layout/hierarchy1"/>
    <dgm:cxn modelId="{89F6D43F-AB4F-4B97-8B4D-5CA6A7ED4B3D}" type="presParOf" srcId="{0D7D25EC-D26D-49E0-93A7-8C4503B15736}" destId="{1DDF6603-06D4-42BB-8614-DE2C84D3BE49}" srcOrd="4" destOrd="0" presId="urn:microsoft.com/office/officeart/2005/8/layout/hierarchy1"/>
    <dgm:cxn modelId="{592E26E8-06B4-45BA-8F0D-E1BC046DE41B}" type="presParOf" srcId="{1DDF6603-06D4-42BB-8614-DE2C84D3BE49}" destId="{2F46BCA4-3168-409A-9F26-40ECF16F11D1}" srcOrd="0" destOrd="0" presId="urn:microsoft.com/office/officeart/2005/8/layout/hierarchy1"/>
    <dgm:cxn modelId="{C6081A1C-4A55-42F3-B3F9-F89D885AC9C4}" type="presParOf" srcId="{2F46BCA4-3168-409A-9F26-40ECF16F11D1}" destId="{7487C40C-1458-4B74-A56C-9D0CFD45A227}" srcOrd="0" destOrd="0" presId="urn:microsoft.com/office/officeart/2005/8/layout/hierarchy1"/>
    <dgm:cxn modelId="{56E6C575-65A2-4D55-8CFC-2C601474F24E}" type="presParOf" srcId="{2F46BCA4-3168-409A-9F26-40ECF16F11D1}" destId="{4A23FFB1-DBBD-494E-8745-E408246617B5}" srcOrd="1" destOrd="0" presId="urn:microsoft.com/office/officeart/2005/8/layout/hierarchy1"/>
    <dgm:cxn modelId="{A82A3F07-8915-4748-BC49-A677455AF74A}" type="presParOf" srcId="{1DDF6603-06D4-42BB-8614-DE2C84D3BE49}" destId="{13D3CC25-473B-4654-89B1-7E6EF6EB5C6D}" srcOrd="1" destOrd="0" presId="urn:microsoft.com/office/officeart/2005/8/layout/hierarchy1"/>
    <dgm:cxn modelId="{9AD51D16-C3BA-466B-B0F0-B818114A3195}" type="presParOf" srcId="{0D7D25EC-D26D-49E0-93A7-8C4503B15736}" destId="{4A84D098-7A13-45C2-BD55-B3C02A4E54B9}" srcOrd="5" destOrd="0" presId="urn:microsoft.com/office/officeart/2005/8/layout/hierarchy1"/>
    <dgm:cxn modelId="{AF9CE44B-B8A0-4B32-BAE8-0FD1DD81FD84}" type="presParOf" srcId="{4A84D098-7A13-45C2-BD55-B3C02A4E54B9}" destId="{B0F5C5B7-C60A-4A2C-BE6A-229574E2B638}" srcOrd="0" destOrd="0" presId="urn:microsoft.com/office/officeart/2005/8/layout/hierarchy1"/>
    <dgm:cxn modelId="{EBB8963C-6DF7-419C-BB4B-CD9835BAC4C1}" type="presParOf" srcId="{B0F5C5B7-C60A-4A2C-BE6A-229574E2B638}" destId="{57B42A40-1F6F-49F9-B21F-8973FDEB31A5}" srcOrd="0" destOrd="0" presId="urn:microsoft.com/office/officeart/2005/8/layout/hierarchy1"/>
    <dgm:cxn modelId="{75B2F03B-F243-4D30-AC1D-416AD5BAE3F6}" type="presParOf" srcId="{B0F5C5B7-C60A-4A2C-BE6A-229574E2B638}" destId="{53E0A3C6-140B-4DFD-B9FB-FDB4E11E6702}" srcOrd="1" destOrd="0" presId="urn:microsoft.com/office/officeart/2005/8/layout/hierarchy1"/>
    <dgm:cxn modelId="{815BC03C-63BA-4D84-945C-74348FB814A9}" type="presParOf" srcId="{4A84D098-7A13-45C2-BD55-B3C02A4E54B9}" destId="{A34E693F-5667-45D3-8E06-9639B045F96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BDA4208-D0B7-4091-A606-B6F071A1E346}" type="doc">
      <dgm:prSet loTypeId="urn:microsoft.com/office/officeart/2005/8/layout/cycle2" loCatId="cycle" qsTypeId="urn:microsoft.com/office/officeart/2005/8/quickstyle/simple1#11" qsCatId="simple" csTypeId="urn:microsoft.com/office/officeart/2005/8/colors/accent1_2#10" csCatId="accent1"/>
      <dgm:spPr/>
      <dgm:t>
        <a:bodyPr/>
        <a:lstStyle/>
        <a:p>
          <a:endParaRPr lang="en-US"/>
        </a:p>
      </dgm:t>
    </dgm:pt>
    <dgm:pt modelId="{6105BC8A-C62F-4CDC-8BD5-5FE30B0BE8F1}">
      <dgm:prSet/>
      <dgm:spPr/>
      <dgm:t>
        <a:bodyPr/>
        <a:lstStyle/>
        <a:p>
          <a:r>
            <a:rPr lang="en-US"/>
            <a:t>• Tipos de errores en JavaScript</a:t>
          </a:r>
        </a:p>
      </dgm:t>
    </dgm:pt>
    <dgm:pt modelId="{5621D916-6CE3-4ECB-A787-40268B62D04E}" type="parTrans" cxnId="{B2D2FBBF-FD01-47F5-B092-D6A5888E3825}">
      <dgm:prSet/>
      <dgm:spPr/>
      <dgm:t>
        <a:bodyPr/>
        <a:lstStyle/>
        <a:p>
          <a:endParaRPr lang="en-US"/>
        </a:p>
      </dgm:t>
    </dgm:pt>
    <dgm:pt modelId="{C9E6A723-C184-41DA-9B28-EF9D157A939C}" type="sibTrans" cxnId="{B2D2FBBF-FD01-47F5-B092-D6A5888E3825}">
      <dgm:prSet/>
      <dgm:spPr/>
      <dgm:t>
        <a:bodyPr/>
        <a:lstStyle/>
        <a:p>
          <a:endParaRPr lang="en-US"/>
        </a:p>
      </dgm:t>
    </dgm:pt>
    <dgm:pt modelId="{8424B213-2381-460A-8A7F-8A54B62F37CA}">
      <dgm:prSet/>
      <dgm:spPr/>
      <dgm:t>
        <a:bodyPr/>
        <a:lstStyle/>
        <a:p>
          <a:r>
            <a:rPr lang="en-US"/>
            <a:t>• Uso de console para debugging</a:t>
          </a:r>
        </a:p>
      </dgm:t>
    </dgm:pt>
    <dgm:pt modelId="{F88A3025-1899-40A1-9836-C89760F5A380}" type="parTrans" cxnId="{94952E32-B6DF-452B-84EB-E31F526AEDB0}">
      <dgm:prSet/>
      <dgm:spPr/>
      <dgm:t>
        <a:bodyPr/>
        <a:lstStyle/>
        <a:p>
          <a:endParaRPr lang="en-US"/>
        </a:p>
      </dgm:t>
    </dgm:pt>
    <dgm:pt modelId="{47C4842A-9458-43E0-B0C3-838C106208E0}" type="sibTrans" cxnId="{94952E32-B6DF-452B-84EB-E31F526AEDB0}">
      <dgm:prSet/>
      <dgm:spPr/>
      <dgm:t>
        <a:bodyPr/>
        <a:lstStyle/>
        <a:p>
          <a:endParaRPr lang="en-US"/>
        </a:p>
      </dgm:t>
    </dgm:pt>
    <dgm:pt modelId="{2965FC50-877C-46FF-A690-94725A501DE4}">
      <dgm:prSet/>
      <dgm:spPr/>
      <dgm:t>
        <a:bodyPr/>
        <a:lstStyle/>
        <a:p>
          <a:r>
            <a:rPr lang="en-US"/>
            <a:t>• Depuración en navegadores</a:t>
          </a:r>
        </a:p>
      </dgm:t>
    </dgm:pt>
    <dgm:pt modelId="{E30FE0BA-4B04-4F3A-BB45-969851462CA3}" type="parTrans" cxnId="{F620C682-59F4-4EE4-B9C3-3B841E288A4F}">
      <dgm:prSet/>
      <dgm:spPr/>
      <dgm:t>
        <a:bodyPr/>
        <a:lstStyle/>
        <a:p>
          <a:endParaRPr lang="en-US"/>
        </a:p>
      </dgm:t>
    </dgm:pt>
    <dgm:pt modelId="{0A3F84CF-5209-4B3D-84F0-3DB1A3007E83}" type="sibTrans" cxnId="{F620C682-59F4-4EE4-B9C3-3B841E288A4F}">
      <dgm:prSet/>
      <dgm:spPr/>
      <dgm:t>
        <a:bodyPr/>
        <a:lstStyle/>
        <a:p>
          <a:endParaRPr lang="en-US"/>
        </a:p>
      </dgm:t>
    </dgm:pt>
    <dgm:pt modelId="{06660680-EF2E-4667-AC70-B75C5589F2EF}">
      <dgm:prSet/>
      <dgm:spPr/>
      <dgm:t>
        <a:bodyPr/>
        <a:lstStyle/>
        <a:p>
          <a:r>
            <a:rPr lang="en-US"/>
            <a:t>• Errores comunes y soluciones</a:t>
          </a:r>
        </a:p>
      </dgm:t>
    </dgm:pt>
    <dgm:pt modelId="{85B254E0-87B1-4A52-98DF-83A4749F2C9E}" type="parTrans" cxnId="{1D8BE093-7547-47D2-8A3E-167F96A2F893}">
      <dgm:prSet/>
      <dgm:spPr/>
      <dgm:t>
        <a:bodyPr/>
        <a:lstStyle/>
        <a:p>
          <a:endParaRPr lang="en-US"/>
        </a:p>
      </dgm:t>
    </dgm:pt>
    <dgm:pt modelId="{62044107-B9C6-430E-8E38-E225D8961773}" type="sibTrans" cxnId="{1D8BE093-7547-47D2-8A3E-167F96A2F893}">
      <dgm:prSet/>
      <dgm:spPr/>
      <dgm:t>
        <a:bodyPr/>
        <a:lstStyle/>
        <a:p>
          <a:endParaRPr lang="en-US"/>
        </a:p>
      </dgm:t>
    </dgm:pt>
    <dgm:pt modelId="{3A15DD1C-ACBA-4FD9-8751-CFB39565A990}">
      <dgm:prSet/>
      <dgm:spPr/>
      <dgm:t>
        <a:bodyPr/>
        <a:lstStyle/>
        <a:p>
          <a:r>
            <a:rPr lang="en-US"/>
            <a:t>• Compatibilidad entre navegadores</a:t>
          </a:r>
        </a:p>
      </dgm:t>
    </dgm:pt>
    <dgm:pt modelId="{D288568E-C86A-4E43-AE4D-8794EFCB056E}" type="parTrans" cxnId="{1DBADC50-9829-49A7-9151-2E89FB055126}">
      <dgm:prSet/>
      <dgm:spPr/>
      <dgm:t>
        <a:bodyPr/>
        <a:lstStyle/>
        <a:p>
          <a:endParaRPr lang="en-US"/>
        </a:p>
      </dgm:t>
    </dgm:pt>
    <dgm:pt modelId="{CD9AFA08-530E-4B91-A491-E4C9874969CB}" type="sibTrans" cxnId="{1DBADC50-9829-49A7-9151-2E89FB055126}">
      <dgm:prSet/>
      <dgm:spPr/>
      <dgm:t>
        <a:bodyPr/>
        <a:lstStyle/>
        <a:p>
          <a:endParaRPr lang="en-US"/>
        </a:p>
      </dgm:t>
    </dgm:pt>
    <dgm:pt modelId="{38E038B3-1B4A-403D-AA49-1231A004F154}">
      <dgm:prSet/>
      <dgm:spPr/>
      <dgm:t>
        <a:bodyPr/>
        <a:lstStyle/>
        <a:p>
          <a:r>
            <a:rPr lang="en-US"/>
            <a:t>• Herramientas de desarrollo</a:t>
          </a:r>
        </a:p>
      </dgm:t>
    </dgm:pt>
    <dgm:pt modelId="{87DF5158-5317-433D-ABAD-DFDA7C9F0869}" type="parTrans" cxnId="{C237CE43-4A80-43DF-AC1F-33A1D3757EFC}">
      <dgm:prSet/>
      <dgm:spPr/>
      <dgm:t>
        <a:bodyPr/>
        <a:lstStyle/>
        <a:p>
          <a:endParaRPr lang="en-US"/>
        </a:p>
      </dgm:t>
    </dgm:pt>
    <dgm:pt modelId="{BF68AF3E-20AD-47BE-8364-1B84B3D1D092}" type="sibTrans" cxnId="{C237CE43-4A80-43DF-AC1F-33A1D3757EFC}">
      <dgm:prSet/>
      <dgm:spPr/>
      <dgm:t>
        <a:bodyPr/>
        <a:lstStyle/>
        <a:p>
          <a:endParaRPr lang="en-US"/>
        </a:p>
      </dgm:t>
    </dgm:pt>
    <dgm:pt modelId="{4C4D5792-EC45-470D-9EF9-F8863914AA85}" type="pres">
      <dgm:prSet presAssocID="{2BDA4208-D0B7-4091-A606-B6F071A1E346}" presName="cycle" presStyleCnt="0">
        <dgm:presLayoutVars>
          <dgm:dir/>
          <dgm:resizeHandles val="exact"/>
        </dgm:presLayoutVars>
      </dgm:prSet>
      <dgm:spPr/>
    </dgm:pt>
    <dgm:pt modelId="{09FA7F9C-184B-41E3-A9FB-F6699913E29A}" type="pres">
      <dgm:prSet presAssocID="{6105BC8A-C62F-4CDC-8BD5-5FE30B0BE8F1}" presName="node" presStyleLbl="node1" presStyleIdx="0" presStyleCnt="6">
        <dgm:presLayoutVars>
          <dgm:bulletEnabled val="1"/>
        </dgm:presLayoutVars>
      </dgm:prSet>
      <dgm:spPr/>
    </dgm:pt>
    <dgm:pt modelId="{32A93EA9-78DA-47CB-A145-D31F5E24FA58}" type="pres">
      <dgm:prSet presAssocID="{C9E6A723-C184-41DA-9B28-EF9D157A939C}" presName="sibTrans" presStyleLbl="sibTrans2D1" presStyleIdx="0" presStyleCnt="6"/>
      <dgm:spPr/>
    </dgm:pt>
    <dgm:pt modelId="{C4A8BD76-1072-4733-AEE2-2F89BCCBC81B}" type="pres">
      <dgm:prSet presAssocID="{C9E6A723-C184-41DA-9B28-EF9D157A939C}" presName="connectorText" presStyleLbl="sibTrans2D1" presStyleIdx="0" presStyleCnt="6"/>
      <dgm:spPr/>
    </dgm:pt>
    <dgm:pt modelId="{5B85B542-A586-4E02-BEDD-D0F48DA2FAE9}" type="pres">
      <dgm:prSet presAssocID="{8424B213-2381-460A-8A7F-8A54B62F37CA}" presName="node" presStyleLbl="node1" presStyleIdx="1" presStyleCnt="6">
        <dgm:presLayoutVars>
          <dgm:bulletEnabled val="1"/>
        </dgm:presLayoutVars>
      </dgm:prSet>
      <dgm:spPr/>
    </dgm:pt>
    <dgm:pt modelId="{02EFAA23-B08D-4807-85E2-D1EDA6D08EA7}" type="pres">
      <dgm:prSet presAssocID="{47C4842A-9458-43E0-B0C3-838C106208E0}" presName="sibTrans" presStyleLbl="sibTrans2D1" presStyleIdx="1" presStyleCnt="6"/>
      <dgm:spPr/>
    </dgm:pt>
    <dgm:pt modelId="{88C60432-B797-4A5C-852C-114D941B7B36}" type="pres">
      <dgm:prSet presAssocID="{47C4842A-9458-43E0-B0C3-838C106208E0}" presName="connectorText" presStyleLbl="sibTrans2D1" presStyleIdx="1" presStyleCnt="6"/>
      <dgm:spPr/>
    </dgm:pt>
    <dgm:pt modelId="{AC980DE4-9767-46C6-982B-7DAB18533AF5}" type="pres">
      <dgm:prSet presAssocID="{2965FC50-877C-46FF-A690-94725A501DE4}" presName="node" presStyleLbl="node1" presStyleIdx="2" presStyleCnt="6">
        <dgm:presLayoutVars>
          <dgm:bulletEnabled val="1"/>
        </dgm:presLayoutVars>
      </dgm:prSet>
      <dgm:spPr/>
    </dgm:pt>
    <dgm:pt modelId="{F58093CF-2CFC-4708-BEF3-1B80FBE0C1DF}" type="pres">
      <dgm:prSet presAssocID="{0A3F84CF-5209-4B3D-84F0-3DB1A3007E83}" presName="sibTrans" presStyleLbl="sibTrans2D1" presStyleIdx="2" presStyleCnt="6"/>
      <dgm:spPr/>
    </dgm:pt>
    <dgm:pt modelId="{A836D627-08E4-4CA8-92DD-572962FFCE24}" type="pres">
      <dgm:prSet presAssocID="{0A3F84CF-5209-4B3D-84F0-3DB1A3007E83}" presName="connectorText" presStyleLbl="sibTrans2D1" presStyleIdx="2" presStyleCnt="6"/>
      <dgm:spPr/>
    </dgm:pt>
    <dgm:pt modelId="{F0B61BE5-FE66-45E1-AD99-C5A45BD94AD0}" type="pres">
      <dgm:prSet presAssocID="{06660680-EF2E-4667-AC70-B75C5589F2EF}" presName="node" presStyleLbl="node1" presStyleIdx="3" presStyleCnt="6">
        <dgm:presLayoutVars>
          <dgm:bulletEnabled val="1"/>
        </dgm:presLayoutVars>
      </dgm:prSet>
      <dgm:spPr/>
    </dgm:pt>
    <dgm:pt modelId="{BB96C1CE-93E5-468C-8EA5-DF17B85E1D94}" type="pres">
      <dgm:prSet presAssocID="{62044107-B9C6-430E-8E38-E225D8961773}" presName="sibTrans" presStyleLbl="sibTrans2D1" presStyleIdx="3" presStyleCnt="6"/>
      <dgm:spPr/>
    </dgm:pt>
    <dgm:pt modelId="{11A746D2-F384-4460-B8DC-FF57015BF75B}" type="pres">
      <dgm:prSet presAssocID="{62044107-B9C6-430E-8E38-E225D8961773}" presName="connectorText" presStyleLbl="sibTrans2D1" presStyleIdx="3" presStyleCnt="6"/>
      <dgm:spPr/>
    </dgm:pt>
    <dgm:pt modelId="{4EA1F8C0-6E13-4902-8DE0-13192FD02A2D}" type="pres">
      <dgm:prSet presAssocID="{3A15DD1C-ACBA-4FD9-8751-CFB39565A990}" presName="node" presStyleLbl="node1" presStyleIdx="4" presStyleCnt="6">
        <dgm:presLayoutVars>
          <dgm:bulletEnabled val="1"/>
        </dgm:presLayoutVars>
      </dgm:prSet>
      <dgm:spPr/>
    </dgm:pt>
    <dgm:pt modelId="{5D2E496E-3B59-4A66-9416-7476ED00787D}" type="pres">
      <dgm:prSet presAssocID="{CD9AFA08-530E-4B91-A491-E4C9874969CB}" presName="sibTrans" presStyleLbl="sibTrans2D1" presStyleIdx="4" presStyleCnt="6"/>
      <dgm:spPr/>
    </dgm:pt>
    <dgm:pt modelId="{D13C36C7-F94F-4499-BEAE-3CA3D56135DA}" type="pres">
      <dgm:prSet presAssocID="{CD9AFA08-530E-4B91-A491-E4C9874969CB}" presName="connectorText" presStyleLbl="sibTrans2D1" presStyleIdx="4" presStyleCnt="6"/>
      <dgm:spPr/>
    </dgm:pt>
    <dgm:pt modelId="{B4C24616-030E-400B-9D1B-4C241E4D732B}" type="pres">
      <dgm:prSet presAssocID="{38E038B3-1B4A-403D-AA49-1231A004F154}" presName="node" presStyleLbl="node1" presStyleIdx="5" presStyleCnt="6">
        <dgm:presLayoutVars>
          <dgm:bulletEnabled val="1"/>
        </dgm:presLayoutVars>
      </dgm:prSet>
      <dgm:spPr/>
    </dgm:pt>
    <dgm:pt modelId="{1502B425-2895-429C-8368-09254BF641B4}" type="pres">
      <dgm:prSet presAssocID="{BF68AF3E-20AD-47BE-8364-1B84B3D1D092}" presName="sibTrans" presStyleLbl="sibTrans2D1" presStyleIdx="5" presStyleCnt="6"/>
      <dgm:spPr/>
    </dgm:pt>
    <dgm:pt modelId="{92D9FFD4-A161-4347-A4D2-FAFA1AFE0B5F}" type="pres">
      <dgm:prSet presAssocID="{BF68AF3E-20AD-47BE-8364-1B84B3D1D092}" presName="connectorText" presStyleLbl="sibTrans2D1" presStyleIdx="5" presStyleCnt="6"/>
      <dgm:spPr/>
    </dgm:pt>
  </dgm:ptLst>
  <dgm:cxnLst>
    <dgm:cxn modelId="{B625C423-4FF9-41BA-8D71-6D2BFA43EBEF}" type="presOf" srcId="{CD9AFA08-530E-4B91-A491-E4C9874969CB}" destId="{5D2E496E-3B59-4A66-9416-7476ED00787D}" srcOrd="0" destOrd="0" presId="urn:microsoft.com/office/officeart/2005/8/layout/cycle2"/>
    <dgm:cxn modelId="{BB11BB30-9249-4353-A125-96CEEE886AC8}" type="presOf" srcId="{BF68AF3E-20AD-47BE-8364-1B84B3D1D092}" destId="{92D9FFD4-A161-4347-A4D2-FAFA1AFE0B5F}" srcOrd="1" destOrd="0" presId="urn:microsoft.com/office/officeart/2005/8/layout/cycle2"/>
    <dgm:cxn modelId="{94952E32-B6DF-452B-84EB-E31F526AEDB0}" srcId="{2BDA4208-D0B7-4091-A606-B6F071A1E346}" destId="{8424B213-2381-460A-8A7F-8A54B62F37CA}" srcOrd="1" destOrd="0" parTransId="{F88A3025-1899-40A1-9836-C89760F5A380}" sibTransId="{47C4842A-9458-43E0-B0C3-838C106208E0}"/>
    <dgm:cxn modelId="{102A423B-FBCE-4D57-A16B-5B5DA86F131C}" type="presOf" srcId="{62044107-B9C6-430E-8E38-E225D8961773}" destId="{BB96C1CE-93E5-468C-8EA5-DF17B85E1D94}" srcOrd="0" destOrd="0" presId="urn:microsoft.com/office/officeart/2005/8/layout/cycle2"/>
    <dgm:cxn modelId="{CFE54D5F-4E98-4907-9F0D-B4804F30E9DD}" type="presOf" srcId="{C9E6A723-C184-41DA-9B28-EF9D157A939C}" destId="{32A93EA9-78DA-47CB-A145-D31F5E24FA58}" srcOrd="0" destOrd="0" presId="urn:microsoft.com/office/officeart/2005/8/layout/cycle2"/>
    <dgm:cxn modelId="{017E7041-BE43-41D6-8F21-9F623148275F}" type="presOf" srcId="{62044107-B9C6-430E-8E38-E225D8961773}" destId="{11A746D2-F384-4460-B8DC-FF57015BF75B}" srcOrd="1" destOrd="0" presId="urn:microsoft.com/office/officeart/2005/8/layout/cycle2"/>
    <dgm:cxn modelId="{C237CE43-4A80-43DF-AC1F-33A1D3757EFC}" srcId="{2BDA4208-D0B7-4091-A606-B6F071A1E346}" destId="{38E038B3-1B4A-403D-AA49-1231A004F154}" srcOrd="5" destOrd="0" parTransId="{87DF5158-5317-433D-ABAD-DFDA7C9F0869}" sibTransId="{BF68AF3E-20AD-47BE-8364-1B84B3D1D092}"/>
    <dgm:cxn modelId="{02575E48-D846-4218-8FA5-55AFBA2BBF28}" type="presOf" srcId="{BF68AF3E-20AD-47BE-8364-1B84B3D1D092}" destId="{1502B425-2895-429C-8368-09254BF641B4}" srcOrd="0" destOrd="0" presId="urn:microsoft.com/office/officeart/2005/8/layout/cycle2"/>
    <dgm:cxn modelId="{3E6FFF6A-80FD-4A2D-AFB4-A2FA50F87FDE}" type="presOf" srcId="{47C4842A-9458-43E0-B0C3-838C106208E0}" destId="{88C60432-B797-4A5C-852C-114D941B7B36}" srcOrd="1" destOrd="0" presId="urn:microsoft.com/office/officeart/2005/8/layout/cycle2"/>
    <dgm:cxn modelId="{1DBADC50-9829-49A7-9151-2E89FB055126}" srcId="{2BDA4208-D0B7-4091-A606-B6F071A1E346}" destId="{3A15DD1C-ACBA-4FD9-8751-CFB39565A990}" srcOrd="4" destOrd="0" parTransId="{D288568E-C86A-4E43-AE4D-8794EFCB056E}" sibTransId="{CD9AFA08-530E-4B91-A491-E4C9874969CB}"/>
    <dgm:cxn modelId="{F620C682-59F4-4EE4-B9C3-3B841E288A4F}" srcId="{2BDA4208-D0B7-4091-A606-B6F071A1E346}" destId="{2965FC50-877C-46FF-A690-94725A501DE4}" srcOrd="2" destOrd="0" parTransId="{E30FE0BA-4B04-4F3A-BB45-969851462CA3}" sibTransId="{0A3F84CF-5209-4B3D-84F0-3DB1A3007E83}"/>
    <dgm:cxn modelId="{FB6A5D88-C04B-49F3-AEDE-B2C31788EA94}" type="presOf" srcId="{0A3F84CF-5209-4B3D-84F0-3DB1A3007E83}" destId="{A836D627-08E4-4CA8-92DD-572962FFCE24}" srcOrd="1" destOrd="0" presId="urn:microsoft.com/office/officeart/2005/8/layout/cycle2"/>
    <dgm:cxn modelId="{FCBE408D-CEE9-476D-8FE5-6599A04E608D}" type="presOf" srcId="{06660680-EF2E-4667-AC70-B75C5589F2EF}" destId="{F0B61BE5-FE66-45E1-AD99-C5A45BD94AD0}" srcOrd="0" destOrd="0" presId="urn:microsoft.com/office/officeart/2005/8/layout/cycle2"/>
    <dgm:cxn modelId="{26349B92-5C5F-4AA0-82FB-B60FF5293A45}" type="presOf" srcId="{38E038B3-1B4A-403D-AA49-1231A004F154}" destId="{B4C24616-030E-400B-9D1B-4C241E4D732B}" srcOrd="0" destOrd="0" presId="urn:microsoft.com/office/officeart/2005/8/layout/cycle2"/>
    <dgm:cxn modelId="{1D8BE093-7547-47D2-8A3E-167F96A2F893}" srcId="{2BDA4208-D0B7-4091-A606-B6F071A1E346}" destId="{06660680-EF2E-4667-AC70-B75C5589F2EF}" srcOrd="3" destOrd="0" parTransId="{85B254E0-87B1-4A52-98DF-83A4749F2C9E}" sibTransId="{62044107-B9C6-430E-8E38-E225D8961773}"/>
    <dgm:cxn modelId="{30ED27AA-FDB7-4440-9FCA-B373776D5D9C}" type="presOf" srcId="{3A15DD1C-ACBA-4FD9-8751-CFB39565A990}" destId="{4EA1F8C0-6E13-4902-8DE0-13192FD02A2D}" srcOrd="0" destOrd="0" presId="urn:microsoft.com/office/officeart/2005/8/layout/cycle2"/>
    <dgm:cxn modelId="{0A0B88B2-FEC8-469E-8A2F-AF61241814F4}" type="presOf" srcId="{47C4842A-9458-43E0-B0C3-838C106208E0}" destId="{02EFAA23-B08D-4807-85E2-D1EDA6D08EA7}" srcOrd="0" destOrd="0" presId="urn:microsoft.com/office/officeart/2005/8/layout/cycle2"/>
    <dgm:cxn modelId="{CF87B3B3-FDC8-4443-A17C-65F3C254880F}" type="presOf" srcId="{2BDA4208-D0B7-4091-A606-B6F071A1E346}" destId="{4C4D5792-EC45-470D-9EF9-F8863914AA85}" srcOrd="0" destOrd="0" presId="urn:microsoft.com/office/officeart/2005/8/layout/cycle2"/>
    <dgm:cxn modelId="{B2D2FBBF-FD01-47F5-B092-D6A5888E3825}" srcId="{2BDA4208-D0B7-4091-A606-B6F071A1E346}" destId="{6105BC8A-C62F-4CDC-8BD5-5FE30B0BE8F1}" srcOrd="0" destOrd="0" parTransId="{5621D916-6CE3-4ECB-A787-40268B62D04E}" sibTransId="{C9E6A723-C184-41DA-9B28-EF9D157A939C}"/>
    <dgm:cxn modelId="{E82BD1CD-2DD0-4975-9D8A-5CB18AA48B5D}" type="presOf" srcId="{2965FC50-877C-46FF-A690-94725A501DE4}" destId="{AC980DE4-9767-46C6-982B-7DAB18533AF5}" srcOrd="0" destOrd="0" presId="urn:microsoft.com/office/officeart/2005/8/layout/cycle2"/>
    <dgm:cxn modelId="{373841DE-340B-44E3-87FD-5B14C67B2D4F}" type="presOf" srcId="{6105BC8A-C62F-4CDC-8BD5-5FE30B0BE8F1}" destId="{09FA7F9C-184B-41E3-A9FB-F6699913E29A}" srcOrd="0" destOrd="0" presId="urn:microsoft.com/office/officeart/2005/8/layout/cycle2"/>
    <dgm:cxn modelId="{FA4425EA-A979-4066-AEBF-B6EBD25313C2}" type="presOf" srcId="{CD9AFA08-530E-4B91-A491-E4C9874969CB}" destId="{D13C36C7-F94F-4499-BEAE-3CA3D56135DA}" srcOrd="1" destOrd="0" presId="urn:microsoft.com/office/officeart/2005/8/layout/cycle2"/>
    <dgm:cxn modelId="{4A2733EC-4592-4EA2-92C7-56C59E3604AB}" type="presOf" srcId="{0A3F84CF-5209-4B3D-84F0-3DB1A3007E83}" destId="{F58093CF-2CFC-4708-BEF3-1B80FBE0C1DF}" srcOrd="0" destOrd="0" presId="urn:microsoft.com/office/officeart/2005/8/layout/cycle2"/>
    <dgm:cxn modelId="{521A07EE-679B-4A0E-AFD7-FD80C50474DE}" type="presOf" srcId="{C9E6A723-C184-41DA-9B28-EF9D157A939C}" destId="{C4A8BD76-1072-4733-AEE2-2F89BCCBC81B}" srcOrd="1" destOrd="0" presId="urn:microsoft.com/office/officeart/2005/8/layout/cycle2"/>
    <dgm:cxn modelId="{41BDF0FC-8EC8-4934-8421-3987629B87C9}" type="presOf" srcId="{8424B213-2381-460A-8A7F-8A54B62F37CA}" destId="{5B85B542-A586-4E02-BEDD-D0F48DA2FAE9}" srcOrd="0" destOrd="0" presId="urn:microsoft.com/office/officeart/2005/8/layout/cycle2"/>
    <dgm:cxn modelId="{9E706D86-8463-4DBC-B56F-CAA8FA284573}" type="presParOf" srcId="{4C4D5792-EC45-470D-9EF9-F8863914AA85}" destId="{09FA7F9C-184B-41E3-A9FB-F6699913E29A}" srcOrd="0" destOrd="0" presId="urn:microsoft.com/office/officeart/2005/8/layout/cycle2"/>
    <dgm:cxn modelId="{BC6CA356-F920-4626-BBB0-BE600563A4A6}" type="presParOf" srcId="{4C4D5792-EC45-470D-9EF9-F8863914AA85}" destId="{32A93EA9-78DA-47CB-A145-D31F5E24FA58}" srcOrd="1" destOrd="0" presId="urn:microsoft.com/office/officeart/2005/8/layout/cycle2"/>
    <dgm:cxn modelId="{693BC088-F9F7-460B-84A9-E5ADD14FEC62}" type="presParOf" srcId="{32A93EA9-78DA-47CB-A145-D31F5E24FA58}" destId="{C4A8BD76-1072-4733-AEE2-2F89BCCBC81B}" srcOrd="0" destOrd="0" presId="urn:microsoft.com/office/officeart/2005/8/layout/cycle2"/>
    <dgm:cxn modelId="{5C51BEAE-2E2B-4C3A-81D7-1C650AA57DC2}" type="presParOf" srcId="{4C4D5792-EC45-470D-9EF9-F8863914AA85}" destId="{5B85B542-A586-4E02-BEDD-D0F48DA2FAE9}" srcOrd="2" destOrd="0" presId="urn:microsoft.com/office/officeart/2005/8/layout/cycle2"/>
    <dgm:cxn modelId="{9AA51312-E669-4DC0-A7DE-6F9DEFEEED59}" type="presParOf" srcId="{4C4D5792-EC45-470D-9EF9-F8863914AA85}" destId="{02EFAA23-B08D-4807-85E2-D1EDA6D08EA7}" srcOrd="3" destOrd="0" presId="urn:microsoft.com/office/officeart/2005/8/layout/cycle2"/>
    <dgm:cxn modelId="{999A4A83-D489-425D-9F7C-21F20D70B39F}" type="presParOf" srcId="{02EFAA23-B08D-4807-85E2-D1EDA6D08EA7}" destId="{88C60432-B797-4A5C-852C-114D941B7B36}" srcOrd="0" destOrd="0" presId="urn:microsoft.com/office/officeart/2005/8/layout/cycle2"/>
    <dgm:cxn modelId="{FA44440E-2FBF-4B7F-9475-7E9CEFDE1065}" type="presParOf" srcId="{4C4D5792-EC45-470D-9EF9-F8863914AA85}" destId="{AC980DE4-9767-46C6-982B-7DAB18533AF5}" srcOrd="4" destOrd="0" presId="urn:microsoft.com/office/officeart/2005/8/layout/cycle2"/>
    <dgm:cxn modelId="{DFB5B098-983F-4461-A5D7-DB173D5DB557}" type="presParOf" srcId="{4C4D5792-EC45-470D-9EF9-F8863914AA85}" destId="{F58093CF-2CFC-4708-BEF3-1B80FBE0C1DF}" srcOrd="5" destOrd="0" presId="urn:microsoft.com/office/officeart/2005/8/layout/cycle2"/>
    <dgm:cxn modelId="{87C398BC-32B1-44FE-B6F7-25196469B828}" type="presParOf" srcId="{F58093CF-2CFC-4708-BEF3-1B80FBE0C1DF}" destId="{A836D627-08E4-4CA8-92DD-572962FFCE24}" srcOrd="0" destOrd="0" presId="urn:microsoft.com/office/officeart/2005/8/layout/cycle2"/>
    <dgm:cxn modelId="{6725B25C-1719-4048-B713-F00533CFBB3C}" type="presParOf" srcId="{4C4D5792-EC45-470D-9EF9-F8863914AA85}" destId="{F0B61BE5-FE66-45E1-AD99-C5A45BD94AD0}" srcOrd="6" destOrd="0" presId="urn:microsoft.com/office/officeart/2005/8/layout/cycle2"/>
    <dgm:cxn modelId="{985C7951-97A6-4A00-98F2-8CDF4BE58F62}" type="presParOf" srcId="{4C4D5792-EC45-470D-9EF9-F8863914AA85}" destId="{BB96C1CE-93E5-468C-8EA5-DF17B85E1D94}" srcOrd="7" destOrd="0" presId="urn:microsoft.com/office/officeart/2005/8/layout/cycle2"/>
    <dgm:cxn modelId="{1FE0869B-7BA7-4E30-9280-790BE520782F}" type="presParOf" srcId="{BB96C1CE-93E5-468C-8EA5-DF17B85E1D94}" destId="{11A746D2-F384-4460-B8DC-FF57015BF75B}" srcOrd="0" destOrd="0" presId="urn:microsoft.com/office/officeart/2005/8/layout/cycle2"/>
    <dgm:cxn modelId="{E0F787F6-2F1E-4EFD-8AFC-06E682511DA6}" type="presParOf" srcId="{4C4D5792-EC45-470D-9EF9-F8863914AA85}" destId="{4EA1F8C0-6E13-4902-8DE0-13192FD02A2D}" srcOrd="8" destOrd="0" presId="urn:microsoft.com/office/officeart/2005/8/layout/cycle2"/>
    <dgm:cxn modelId="{905D078A-8D6D-4CF5-B323-7068318CFA3E}" type="presParOf" srcId="{4C4D5792-EC45-470D-9EF9-F8863914AA85}" destId="{5D2E496E-3B59-4A66-9416-7476ED00787D}" srcOrd="9" destOrd="0" presId="urn:microsoft.com/office/officeart/2005/8/layout/cycle2"/>
    <dgm:cxn modelId="{9F43D5A1-1EB3-4974-9E17-A9F5C80EF324}" type="presParOf" srcId="{5D2E496E-3B59-4A66-9416-7476ED00787D}" destId="{D13C36C7-F94F-4499-BEAE-3CA3D56135DA}" srcOrd="0" destOrd="0" presId="urn:microsoft.com/office/officeart/2005/8/layout/cycle2"/>
    <dgm:cxn modelId="{9FE6558A-DA85-415A-B6ED-56C6987B842C}" type="presParOf" srcId="{4C4D5792-EC45-470D-9EF9-F8863914AA85}" destId="{B4C24616-030E-400B-9D1B-4C241E4D732B}" srcOrd="10" destOrd="0" presId="urn:microsoft.com/office/officeart/2005/8/layout/cycle2"/>
    <dgm:cxn modelId="{56CCDFF0-0CA0-4454-A6C2-9A56A669C4AB}" type="presParOf" srcId="{4C4D5792-EC45-470D-9EF9-F8863914AA85}" destId="{1502B425-2895-429C-8368-09254BF641B4}" srcOrd="11" destOrd="0" presId="urn:microsoft.com/office/officeart/2005/8/layout/cycle2"/>
    <dgm:cxn modelId="{F040E160-FDA1-4749-A8D9-B9A4AAA68EF3}" type="presParOf" srcId="{1502B425-2895-429C-8368-09254BF641B4}" destId="{92D9FFD4-A161-4347-A4D2-FAFA1AFE0B5F}"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E7B804A-FF20-4D27-A7D4-9155ABBEEC49}" type="doc">
      <dgm:prSet loTypeId="urn:microsoft.com/office/officeart/2005/8/layout/vList2" loCatId="list" qsTypeId="urn:microsoft.com/office/officeart/2005/8/quickstyle/simple1#12" qsCatId="simple" csTypeId="urn:microsoft.com/office/officeart/2005/8/colors/accent1_2#11" csCatId="accent1" phldr="1"/>
      <dgm:spPr/>
      <dgm:t>
        <a:bodyPr/>
        <a:lstStyle/>
        <a:p>
          <a:endParaRPr lang="en-US"/>
        </a:p>
      </dgm:t>
    </dgm:pt>
    <dgm:pt modelId="{47B51085-0322-4040-9175-662F5545C753}">
      <dgm:prSet/>
      <dgm:spPr/>
      <dgm:t>
        <a:bodyPr/>
        <a:lstStyle/>
        <a:p>
          <a:r>
            <a:rPr lang="en-US"/>
            <a:t>✓ Programación orientada a objetos (OOP)</a:t>
          </a:r>
        </a:p>
      </dgm:t>
    </dgm:pt>
    <dgm:pt modelId="{13FD0A5C-8EA1-4047-9EC2-D2C0CFEC2CAF}" type="parTrans" cxnId="{D317E958-B008-4395-A105-4FE49C0F2D11}">
      <dgm:prSet/>
      <dgm:spPr/>
      <dgm:t>
        <a:bodyPr/>
        <a:lstStyle/>
        <a:p>
          <a:endParaRPr lang="en-US"/>
        </a:p>
      </dgm:t>
    </dgm:pt>
    <dgm:pt modelId="{B0EF2A2A-6823-4591-AB14-2318C1AAAD1B}" type="sibTrans" cxnId="{D317E958-B008-4395-A105-4FE49C0F2D11}">
      <dgm:prSet/>
      <dgm:spPr/>
      <dgm:t>
        <a:bodyPr/>
        <a:lstStyle/>
        <a:p>
          <a:endParaRPr lang="en-US"/>
        </a:p>
      </dgm:t>
    </dgm:pt>
    <dgm:pt modelId="{44A9E986-7D9B-4A0B-9797-35E4350C8DAF}">
      <dgm:prSet/>
      <dgm:spPr/>
      <dgm:t>
        <a:bodyPr/>
        <a:lstStyle/>
        <a:p>
          <a:r>
            <a:rPr lang="en-US"/>
            <a:t>✓ Manipulación del DOM</a:t>
          </a:r>
        </a:p>
      </dgm:t>
    </dgm:pt>
    <dgm:pt modelId="{725DDD89-781A-4AAA-AAF3-23AA95BD8A02}" type="parTrans" cxnId="{694DBE56-94BC-49A7-A6CC-432C4345D1D5}">
      <dgm:prSet/>
      <dgm:spPr/>
      <dgm:t>
        <a:bodyPr/>
        <a:lstStyle/>
        <a:p>
          <a:endParaRPr lang="en-US"/>
        </a:p>
      </dgm:t>
    </dgm:pt>
    <dgm:pt modelId="{931F3511-BB98-4640-8C49-969982271641}" type="sibTrans" cxnId="{694DBE56-94BC-49A7-A6CC-432C4345D1D5}">
      <dgm:prSet/>
      <dgm:spPr/>
      <dgm:t>
        <a:bodyPr/>
        <a:lstStyle/>
        <a:p>
          <a:endParaRPr lang="en-US"/>
        </a:p>
      </dgm:t>
    </dgm:pt>
    <dgm:pt modelId="{96C0381E-3036-46C9-8322-F360F2EE867C}">
      <dgm:prSet/>
      <dgm:spPr/>
      <dgm:t>
        <a:bodyPr/>
        <a:lstStyle/>
        <a:p>
          <a:r>
            <a:rPr lang="en-US"/>
            <a:t>✓ Manejo avanzado de eventos</a:t>
          </a:r>
        </a:p>
      </dgm:t>
    </dgm:pt>
    <dgm:pt modelId="{6CA84963-8752-4C77-9C9C-FCCFCFB99D73}" type="parTrans" cxnId="{1A2CEA49-0E87-44E4-A5AE-A6C327147B04}">
      <dgm:prSet/>
      <dgm:spPr/>
      <dgm:t>
        <a:bodyPr/>
        <a:lstStyle/>
        <a:p>
          <a:endParaRPr lang="en-US"/>
        </a:p>
      </dgm:t>
    </dgm:pt>
    <dgm:pt modelId="{BC6DE01D-9E71-4484-B26D-A0724E150D0C}" type="sibTrans" cxnId="{1A2CEA49-0E87-44E4-A5AE-A6C327147B04}">
      <dgm:prSet/>
      <dgm:spPr/>
      <dgm:t>
        <a:bodyPr/>
        <a:lstStyle/>
        <a:p>
          <a:endParaRPr lang="en-US"/>
        </a:p>
      </dgm:t>
    </dgm:pt>
    <dgm:pt modelId="{76E78DF2-372C-4FAA-A6A0-1AE0772EE24B}">
      <dgm:prSet/>
      <dgm:spPr/>
      <dgm:t>
        <a:bodyPr/>
        <a:lstStyle/>
        <a:p>
          <a:r>
            <a:rPr lang="en-US"/>
            <a:t>✓ Validación de formularios</a:t>
          </a:r>
        </a:p>
      </dgm:t>
    </dgm:pt>
    <dgm:pt modelId="{971A730B-FB41-48E8-821D-7C66BF27C859}" type="parTrans" cxnId="{E223B8E8-5018-4788-AA01-E052E832E20C}">
      <dgm:prSet/>
      <dgm:spPr/>
      <dgm:t>
        <a:bodyPr/>
        <a:lstStyle/>
        <a:p>
          <a:endParaRPr lang="en-US"/>
        </a:p>
      </dgm:t>
    </dgm:pt>
    <dgm:pt modelId="{587402A8-D97E-4453-A238-8C51C84806B7}" type="sibTrans" cxnId="{E223B8E8-5018-4788-AA01-E052E832E20C}">
      <dgm:prSet/>
      <dgm:spPr/>
      <dgm:t>
        <a:bodyPr/>
        <a:lstStyle/>
        <a:p>
          <a:endParaRPr lang="en-US"/>
        </a:p>
      </dgm:t>
    </dgm:pt>
    <dgm:pt modelId="{26363849-A183-4E9B-AB7A-9F7EF75DAD72}">
      <dgm:prSet/>
      <dgm:spPr/>
      <dgm:t>
        <a:bodyPr/>
        <a:lstStyle/>
        <a:p>
          <a:r>
            <a:rPr lang="es-ES"/>
            <a:t>✓ Consumo de APIs</a:t>
          </a:r>
          <a:endParaRPr lang="en-US"/>
        </a:p>
      </dgm:t>
    </dgm:pt>
    <dgm:pt modelId="{0A68EA05-8C9A-47C1-8B70-A7E64E4F4F3D}" type="parTrans" cxnId="{0079B78D-9D9B-4E45-A247-FBB2ACFC56EE}">
      <dgm:prSet/>
      <dgm:spPr/>
      <dgm:t>
        <a:bodyPr/>
        <a:lstStyle/>
        <a:p>
          <a:endParaRPr lang="en-US"/>
        </a:p>
      </dgm:t>
    </dgm:pt>
    <dgm:pt modelId="{88DB7023-09A1-4446-A100-279C62B0C9DA}" type="sibTrans" cxnId="{0079B78D-9D9B-4E45-A247-FBB2ACFC56EE}">
      <dgm:prSet/>
      <dgm:spPr/>
      <dgm:t>
        <a:bodyPr/>
        <a:lstStyle/>
        <a:p>
          <a:endParaRPr lang="en-US"/>
        </a:p>
      </dgm:t>
    </dgm:pt>
    <dgm:pt modelId="{04281402-F41C-4D71-9302-E66CAD886CCC}">
      <dgm:prSet/>
      <dgm:spPr/>
      <dgm:t>
        <a:bodyPr/>
        <a:lstStyle/>
        <a:p>
          <a:r>
            <a:rPr lang="en-US"/>
            <a:t>✓ Creación de efectos visuales</a:t>
          </a:r>
        </a:p>
      </dgm:t>
    </dgm:pt>
    <dgm:pt modelId="{F70425DC-1FBF-4EE5-AC26-091B426023DD}" type="parTrans" cxnId="{F15FE420-D775-4A24-A9FF-430AEDFD28A8}">
      <dgm:prSet/>
      <dgm:spPr/>
      <dgm:t>
        <a:bodyPr/>
        <a:lstStyle/>
        <a:p>
          <a:endParaRPr lang="en-US"/>
        </a:p>
      </dgm:t>
    </dgm:pt>
    <dgm:pt modelId="{33883089-8597-49DB-A047-7806E3F2E954}" type="sibTrans" cxnId="{F15FE420-D775-4A24-A9FF-430AEDFD28A8}">
      <dgm:prSet/>
      <dgm:spPr/>
      <dgm:t>
        <a:bodyPr/>
        <a:lstStyle/>
        <a:p>
          <a:endParaRPr lang="en-US"/>
        </a:p>
      </dgm:t>
    </dgm:pt>
    <dgm:pt modelId="{B3078B51-001C-4B8C-8BAF-B50F0AB278BB}">
      <dgm:prSet/>
      <dgm:spPr/>
      <dgm:t>
        <a:bodyPr/>
        <a:lstStyle/>
        <a:p>
          <a:r>
            <a:rPr lang="en-US"/>
            <a:t>✓ Debugging y optimización</a:t>
          </a:r>
        </a:p>
      </dgm:t>
    </dgm:pt>
    <dgm:pt modelId="{ECE337B8-B289-4138-9227-97B33980D19B}" type="parTrans" cxnId="{6BB29B71-C5CB-4A7F-84DF-D335CD45C9A8}">
      <dgm:prSet/>
      <dgm:spPr/>
      <dgm:t>
        <a:bodyPr/>
        <a:lstStyle/>
        <a:p>
          <a:endParaRPr lang="en-US"/>
        </a:p>
      </dgm:t>
    </dgm:pt>
    <dgm:pt modelId="{3DAB77AA-A5C3-40BE-8B0B-E6D58C143DF3}" type="sibTrans" cxnId="{6BB29B71-C5CB-4A7F-84DF-D335CD45C9A8}">
      <dgm:prSet/>
      <dgm:spPr/>
      <dgm:t>
        <a:bodyPr/>
        <a:lstStyle/>
        <a:p>
          <a:endParaRPr lang="en-US"/>
        </a:p>
      </dgm:t>
    </dgm:pt>
    <dgm:pt modelId="{3605C953-9D98-4E99-818E-1E2ABFD2C103}">
      <dgm:prSet/>
      <dgm:spPr/>
      <dgm:t>
        <a:bodyPr/>
        <a:lstStyle/>
        <a:p>
          <a:r>
            <a:rPr lang="en-US" dirty="0"/>
            <a:t>✓ Y </a:t>
          </a:r>
          <a:r>
            <a:rPr lang="en-US" dirty="0" err="1"/>
            <a:t>mucho</a:t>
          </a:r>
          <a:r>
            <a:rPr lang="en-US" dirty="0"/>
            <a:t> </a:t>
          </a:r>
          <a:r>
            <a:rPr lang="en-US" dirty="0" err="1"/>
            <a:t>más</a:t>
          </a:r>
          <a:r>
            <a:rPr lang="en-US" dirty="0"/>
            <a:t> …</a:t>
          </a:r>
        </a:p>
      </dgm:t>
    </dgm:pt>
    <dgm:pt modelId="{FFD84992-380F-4DCD-A3B1-58AC17ECB583}" type="parTrans" cxnId="{E5FFB45A-2A7E-4C48-8E7A-9DB526EF02DD}">
      <dgm:prSet/>
      <dgm:spPr/>
      <dgm:t>
        <a:bodyPr/>
        <a:lstStyle/>
        <a:p>
          <a:endParaRPr lang="es-ES"/>
        </a:p>
      </dgm:t>
    </dgm:pt>
    <dgm:pt modelId="{1AFE9E2B-8D7D-492B-B468-B4009115CF9E}" type="sibTrans" cxnId="{E5FFB45A-2A7E-4C48-8E7A-9DB526EF02DD}">
      <dgm:prSet/>
      <dgm:spPr/>
      <dgm:t>
        <a:bodyPr/>
        <a:lstStyle/>
        <a:p>
          <a:endParaRPr lang="es-ES"/>
        </a:p>
      </dgm:t>
    </dgm:pt>
    <dgm:pt modelId="{E810E64E-4700-4CBE-871B-9FDE3192ABA0}" type="pres">
      <dgm:prSet presAssocID="{7E7B804A-FF20-4D27-A7D4-9155ABBEEC49}" presName="linear" presStyleCnt="0">
        <dgm:presLayoutVars>
          <dgm:animLvl val="lvl"/>
          <dgm:resizeHandles val="exact"/>
        </dgm:presLayoutVars>
      </dgm:prSet>
      <dgm:spPr/>
    </dgm:pt>
    <dgm:pt modelId="{B04FC278-A482-49C0-97A3-FFAA251237FA}" type="pres">
      <dgm:prSet presAssocID="{47B51085-0322-4040-9175-662F5545C753}" presName="parentText" presStyleLbl="node1" presStyleIdx="0" presStyleCnt="8">
        <dgm:presLayoutVars>
          <dgm:chMax val="0"/>
          <dgm:bulletEnabled val="1"/>
        </dgm:presLayoutVars>
      </dgm:prSet>
      <dgm:spPr/>
    </dgm:pt>
    <dgm:pt modelId="{62BE5530-0876-4FD8-A843-1E178266360E}" type="pres">
      <dgm:prSet presAssocID="{B0EF2A2A-6823-4591-AB14-2318C1AAAD1B}" presName="spacer" presStyleCnt="0"/>
      <dgm:spPr/>
    </dgm:pt>
    <dgm:pt modelId="{44EE0081-76AE-48BB-BCBE-B83FC11E8B47}" type="pres">
      <dgm:prSet presAssocID="{44A9E986-7D9B-4A0B-9797-35E4350C8DAF}" presName="parentText" presStyleLbl="node1" presStyleIdx="1" presStyleCnt="8">
        <dgm:presLayoutVars>
          <dgm:chMax val="0"/>
          <dgm:bulletEnabled val="1"/>
        </dgm:presLayoutVars>
      </dgm:prSet>
      <dgm:spPr/>
    </dgm:pt>
    <dgm:pt modelId="{AE5FEC91-37C6-4F61-90D4-F02A37C6B1CC}" type="pres">
      <dgm:prSet presAssocID="{931F3511-BB98-4640-8C49-969982271641}" presName="spacer" presStyleCnt="0"/>
      <dgm:spPr/>
    </dgm:pt>
    <dgm:pt modelId="{151D5F70-D35F-4F32-940B-1A9783628142}" type="pres">
      <dgm:prSet presAssocID="{96C0381E-3036-46C9-8322-F360F2EE867C}" presName="parentText" presStyleLbl="node1" presStyleIdx="2" presStyleCnt="8">
        <dgm:presLayoutVars>
          <dgm:chMax val="0"/>
          <dgm:bulletEnabled val="1"/>
        </dgm:presLayoutVars>
      </dgm:prSet>
      <dgm:spPr/>
    </dgm:pt>
    <dgm:pt modelId="{B2D7A44B-3003-43EB-8846-8AC280997E34}" type="pres">
      <dgm:prSet presAssocID="{BC6DE01D-9E71-4484-B26D-A0724E150D0C}" presName="spacer" presStyleCnt="0"/>
      <dgm:spPr/>
    </dgm:pt>
    <dgm:pt modelId="{9E7D1EC4-DA45-4FB4-971B-BE5547CF2594}" type="pres">
      <dgm:prSet presAssocID="{76E78DF2-372C-4FAA-A6A0-1AE0772EE24B}" presName="parentText" presStyleLbl="node1" presStyleIdx="3" presStyleCnt="8">
        <dgm:presLayoutVars>
          <dgm:chMax val="0"/>
          <dgm:bulletEnabled val="1"/>
        </dgm:presLayoutVars>
      </dgm:prSet>
      <dgm:spPr/>
    </dgm:pt>
    <dgm:pt modelId="{559A1EA2-3909-4CDA-A7C0-0DFEC7A4E8BE}" type="pres">
      <dgm:prSet presAssocID="{587402A8-D97E-4453-A238-8C51C84806B7}" presName="spacer" presStyleCnt="0"/>
      <dgm:spPr/>
    </dgm:pt>
    <dgm:pt modelId="{3C473B1C-CF4B-4519-AD24-697539626137}" type="pres">
      <dgm:prSet presAssocID="{26363849-A183-4E9B-AB7A-9F7EF75DAD72}" presName="parentText" presStyleLbl="node1" presStyleIdx="4" presStyleCnt="8">
        <dgm:presLayoutVars>
          <dgm:chMax val="0"/>
          <dgm:bulletEnabled val="1"/>
        </dgm:presLayoutVars>
      </dgm:prSet>
      <dgm:spPr/>
    </dgm:pt>
    <dgm:pt modelId="{0A011242-92FC-426B-9F5B-A17D27A60BEE}" type="pres">
      <dgm:prSet presAssocID="{88DB7023-09A1-4446-A100-279C62B0C9DA}" presName="spacer" presStyleCnt="0"/>
      <dgm:spPr/>
    </dgm:pt>
    <dgm:pt modelId="{D6763932-CB2A-4906-BE06-7AACC68E1A26}" type="pres">
      <dgm:prSet presAssocID="{04281402-F41C-4D71-9302-E66CAD886CCC}" presName="parentText" presStyleLbl="node1" presStyleIdx="5" presStyleCnt="8">
        <dgm:presLayoutVars>
          <dgm:chMax val="0"/>
          <dgm:bulletEnabled val="1"/>
        </dgm:presLayoutVars>
      </dgm:prSet>
      <dgm:spPr/>
    </dgm:pt>
    <dgm:pt modelId="{93B211AC-D35F-4D65-B54B-0C7EC9445EEA}" type="pres">
      <dgm:prSet presAssocID="{33883089-8597-49DB-A047-7806E3F2E954}" presName="spacer" presStyleCnt="0"/>
      <dgm:spPr/>
    </dgm:pt>
    <dgm:pt modelId="{C9805088-0B7A-48FE-8715-3B303CADE1F5}" type="pres">
      <dgm:prSet presAssocID="{B3078B51-001C-4B8C-8BAF-B50F0AB278BB}" presName="parentText" presStyleLbl="node1" presStyleIdx="6" presStyleCnt="8">
        <dgm:presLayoutVars>
          <dgm:chMax val="0"/>
          <dgm:bulletEnabled val="1"/>
        </dgm:presLayoutVars>
      </dgm:prSet>
      <dgm:spPr/>
    </dgm:pt>
    <dgm:pt modelId="{4757CE05-7309-44D3-B0B4-EF1770578D25}" type="pres">
      <dgm:prSet presAssocID="{3DAB77AA-A5C3-40BE-8B0B-E6D58C143DF3}" presName="spacer" presStyleCnt="0"/>
      <dgm:spPr/>
    </dgm:pt>
    <dgm:pt modelId="{BC20F51D-9B21-4985-97E7-7DB8BBBE4481}" type="pres">
      <dgm:prSet presAssocID="{3605C953-9D98-4E99-818E-1E2ABFD2C103}" presName="parentText" presStyleLbl="node1" presStyleIdx="7" presStyleCnt="8">
        <dgm:presLayoutVars>
          <dgm:chMax val="0"/>
          <dgm:bulletEnabled val="1"/>
        </dgm:presLayoutVars>
      </dgm:prSet>
      <dgm:spPr/>
    </dgm:pt>
  </dgm:ptLst>
  <dgm:cxnLst>
    <dgm:cxn modelId="{B2948411-083E-4659-BB4B-3398C9D2FB55}" type="presOf" srcId="{B3078B51-001C-4B8C-8BAF-B50F0AB278BB}" destId="{C9805088-0B7A-48FE-8715-3B303CADE1F5}" srcOrd="0" destOrd="0" presId="urn:microsoft.com/office/officeart/2005/8/layout/vList2"/>
    <dgm:cxn modelId="{F15FE420-D775-4A24-A9FF-430AEDFD28A8}" srcId="{7E7B804A-FF20-4D27-A7D4-9155ABBEEC49}" destId="{04281402-F41C-4D71-9302-E66CAD886CCC}" srcOrd="5" destOrd="0" parTransId="{F70425DC-1FBF-4EE5-AC26-091B426023DD}" sibTransId="{33883089-8597-49DB-A047-7806E3F2E954}"/>
    <dgm:cxn modelId="{72C1EB43-A21B-47D3-8979-49310D96AE34}" type="presOf" srcId="{7E7B804A-FF20-4D27-A7D4-9155ABBEEC49}" destId="{E810E64E-4700-4CBE-871B-9FDE3192ABA0}" srcOrd="0" destOrd="0" presId="urn:microsoft.com/office/officeart/2005/8/layout/vList2"/>
    <dgm:cxn modelId="{1A2CEA49-0E87-44E4-A5AE-A6C327147B04}" srcId="{7E7B804A-FF20-4D27-A7D4-9155ABBEEC49}" destId="{96C0381E-3036-46C9-8322-F360F2EE867C}" srcOrd="2" destOrd="0" parTransId="{6CA84963-8752-4C77-9C9C-FCCFCFB99D73}" sibTransId="{BC6DE01D-9E71-4484-B26D-A0724E150D0C}"/>
    <dgm:cxn modelId="{6BB29B71-C5CB-4A7F-84DF-D335CD45C9A8}" srcId="{7E7B804A-FF20-4D27-A7D4-9155ABBEEC49}" destId="{B3078B51-001C-4B8C-8BAF-B50F0AB278BB}" srcOrd="6" destOrd="0" parTransId="{ECE337B8-B289-4138-9227-97B33980D19B}" sibTransId="{3DAB77AA-A5C3-40BE-8B0B-E6D58C143DF3}"/>
    <dgm:cxn modelId="{9FE8D473-18A8-4D98-96EE-A487453D6F9F}" type="presOf" srcId="{96C0381E-3036-46C9-8322-F360F2EE867C}" destId="{151D5F70-D35F-4F32-940B-1A9783628142}" srcOrd="0" destOrd="0" presId="urn:microsoft.com/office/officeart/2005/8/layout/vList2"/>
    <dgm:cxn modelId="{694DBE56-94BC-49A7-A6CC-432C4345D1D5}" srcId="{7E7B804A-FF20-4D27-A7D4-9155ABBEEC49}" destId="{44A9E986-7D9B-4A0B-9797-35E4350C8DAF}" srcOrd="1" destOrd="0" parTransId="{725DDD89-781A-4AAA-AAF3-23AA95BD8A02}" sibTransId="{931F3511-BB98-4640-8C49-969982271641}"/>
    <dgm:cxn modelId="{D317E958-B008-4395-A105-4FE49C0F2D11}" srcId="{7E7B804A-FF20-4D27-A7D4-9155ABBEEC49}" destId="{47B51085-0322-4040-9175-662F5545C753}" srcOrd="0" destOrd="0" parTransId="{13FD0A5C-8EA1-4047-9EC2-D2C0CFEC2CAF}" sibTransId="{B0EF2A2A-6823-4591-AB14-2318C1AAAD1B}"/>
    <dgm:cxn modelId="{E5FFB45A-2A7E-4C48-8E7A-9DB526EF02DD}" srcId="{7E7B804A-FF20-4D27-A7D4-9155ABBEEC49}" destId="{3605C953-9D98-4E99-818E-1E2ABFD2C103}" srcOrd="7" destOrd="0" parTransId="{FFD84992-380F-4DCD-A3B1-58AC17ECB583}" sibTransId="{1AFE9E2B-8D7D-492B-B468-B4009115CF9E}"/>
    <dgm:cxn modelId="{0079B78D-9D9B-4E45-A247-FBB2ACFC56EE}" srcId="{7E7B804A-FF20-4D27-A7D4-9155ABBEEC49}" destId="{26363849-A183-4E9B-AB7A-9F7EF75DAD72}" srcOrd="4" destOrd="0" parTransId="{0A68EA05-8C9A-47C1-8B70-A7E64E4F4F3D}" sibTransId="{88DB7023-09A1-4446-A100-279C62B0C9DA}"/>
    <dgm:cxn modelId="{B88CF69F-EC8F-414E-93E6-1FD2E35932C0}" type="presOf" srcId="{3605C953-9D98-4E99-818E-1E2ABFD2C103}" destId="{BC20F51D-9B21-4985-97E7-7DB8BBBE4481}" srcOrd="0" destOrd="0" presId="urn:microsoft.com/office/officeart/2005/8/layout/vList2"/>
    <dgm:cxn modelId="{5BB2D4B8-7FA9-4628-B247-08EE4C52180E}" type="presOf" srcId="{44A9E986-7D9B-4A0B-9797-35E4350C8DAF}" destId="{44EE0081-76AE-48BB-BCBE-B83FC11E8B47}" srcOrd="0" destOrd="0" presId="urn:microsoft.com/office/officeart/2005/8/layout/vList2"/>
    <dgm:cxn modelId="{C050FCBD-CEA6-41DF-B30B-66A865D8B8B4}" type="presOf" srcId="{76E78DF2-372C-4FAA-A6A0-1AE0772EE24B}" destId="{9E7D1EC4-DA45-4FB4-971B-BE5547CF2594}" srcOrd="0" destOrd="0" presId="urn:microsoft.com/office/officeart/2005/8/layout/vList2"/>
    <dgm:cxn modelId="{16E45ED0-ACF3-49AD-9F45-5DBB5BCACAA0}" type="presOf" srcId="{47B51085-0322-4040-9175-662F5545C753}" destId="{B04FC278-A482-49C0-97A3-FFAA251237FA}" srcOrd="0" destOrd="0" presId="urn:microsoft.com/office/officeart/2005/8/layout/vList2"/>
    <dgm:cxn modelId="{F55F45E2-3F8E-484C-BA5B-795EED9DE00C}" type="presOf" srcId="{26363849-A183-4E9B-AB7A-9F7EF75DAD72}" destId="{3C473B1C-CF4B-4519-AD24-697539626137}" srcOrd="0" destOrd="0" presId="urn:microsoft.com/office/officeart/2005/8/layout/vList2"/>
    <dgm:cxn modelId="{E223B8E8-5018-4788-AA01-E052E832E20C}" srcId="{7E7B804A-FF20-4D27-A7D4-9155ABBEEC49}" destId="{76E78DF2-372C-4FAA-A6A0-1AE0772EE24B}" srcOrd="3" destOrd="0" parTransId="{971A730B-FB41-48E8-821D-7C66BF27C859}" sibTransId="{587402A8-D97E-4453-A238-8C51C84806B7}"/>
    <dgm:cxn modelId="{CFCC7DFA-8BA7-4854-AD24-B3B7F879AF1E}" type="presOf" srcId="{04281402-F41C-4D71-9302-E66CAD886CCC}" destId="{D6763932-CB2A-4906-BE06-7AACC68E1A26}" srcOrd="0" destOrd="0" presId="urn:microsoft.com/office/officeart/2005/8/layout/vList2"/>
    <dgm:cxn modelId="{908836FF-AB47-4914-A6FE-F7DB221A365F}" type="presParOf" srcId="{E810E64E-4700-4CBE-871B-9FDE3192ABA0}" destId="{B04FC278-A482-49C0-97A3-FFAA251237FA}" srcOrd="0" destOrd="0" presId="urn:microsoft.com/office/officeart/2005/8/layout/vList2"/>
    <dgm:cxn modelId="{C14BF979-5ECD-4ABA-89AB-B18F8D60C58D}" type="presParOf" srcId="{E810E64E-4700-4CBE-871B-9FDE3192ABA0}" destId="{62BE5530-0876-4FD8-A843-1E178266360E}" srcOrd="1" destOrd="0" presId="urn:microsoft.com/office/officeart/2005/8/layout/vList2"/>
    <dgm:cxn modelId="{7B4E3CC8-9F1C-4914-B9DE-64304B8833E5}" type="presParOf" srcId="{E810E64E-4700-4CBE-871B-9FDE3192ABA0}" destId="{44EE0081-76AE-48BB-BCBE-B83FC11E8B47}" srcOrd="2" destOrd="0" presId="urn:microsoft.com/office/officeart/2005/8/layout/vList2"/>
    <dgm:cxn modelId="{F1E27BEB-CAD2-4232-BA99-D0D8076B1BEA}" type="presParOf" srcId="{E810E64E-4700-4CBE-871B-9FDE3192ABA0}" destId="{AE5FEC91-37C6-4F61-90D4-F02A37C6B1CC}" srcOrd="3" destOrd="0" presId="urn:microsoft.com/office/officeart/2005/8/layout/vList2"/>
    <dgm:cxn modelId="{20F5675E-748E-4E02-8731-9C3629FEB1B1}" type="presParOf" srcId="{E810E64E-4700-4CBE-871B-9FDE3192ABA0}" destId="{151D5F70-D35F-4F32-940B-1A9783628142}" srcOrd="4" destOrd="0" presId="urn:microsoft.com/office/officeart/2005/8/layout/vList2"/>
    <dgm:cxn modelId="{C145CA3C-FBD9-439A-8F1D-7250401DDF81}" type="presParOf" srcId="{E810E64E-4700-4CBE-871B-9FDE3192ABA0}" destId="{B2D7A44B-3003-43EB-8846-8AC280997E34}" srcOrd="5" destOrd="0" presId="urn:microsoft.com/office/officeart/2005/8/layout/vList2"/>
    <dgm:cxn modelId="{7A97780C-8D5A-4BB6-9312-168248ABCD49}" type="presParOf" srcId="{E810E64E-4700-4CBE-871B-9FDE3192ABA0}" destId="{9E7D1EC4-DA45-4FB4-971B-BE5547CF2594}" srcOrd="6" destOrd="0" presId="urn:microsoft.com/office/officeart/2005/8/layout/vList2"/>
    <dgm:cxn modelId="{9845C169-166B-4542-AD73-1D6988404E62}" type="presParOf" srcId="{E810E64E-4700-4CBE-871B-9FDE3192ABA0}" destId="{559A1EA2-3909-4CDA-A7C0-0DFEC7A4E8BE}" srcOrd="7" destOrd="0" presId="urn:microsoft.com/office/officeart/2005/8/layout/vList2"/>
    <dgm:cxn modelId="{C9F23682-BCCB-4D7C-8B44-4843DA6CC2B4}" type="presParOf" srcId="{E810E64E-4700-4CBE-871B-9FDE3192ABA0}" destId="{3C473B1C-CF4B-4519-AD24-697539626137}" srcOrd="8" destOrd="0" presId="urn:microsoft.com/office/officeart/2005/8/layout/vList2"/>
    <dgm:cxn modelId="{B20E0429-3E1B-419C-899A-EDB4968F3D60}" type="presParOf" srcId="{E810E64E-4700-4CBE-871B-9FDE3192ABA0}" destId="{0A011242-92FC-426B-9F5B-A17D27A60BEE}" srcOrd="9" destOrd="0" presId="urn:microsoft.com/office/officeart/2005/8/layout/vList2"/>
    <dgm:cxn modelId="{5E89822F-BA4B-405D-8D05-463B27540D4B}" type="presParOf" srcId="{E810E64E-4700-4CBE-871B-9FDE3192ABA0}" destId="{D6763932-CB2A-4906-BE06-7AACC68E1A26}" srcOrd="10" destOrd="0" presId="urn:microsoft.com/office/officeart/2005/8/layout/vList2"/>
    <dgm:cxn modelId="{96F374D1-D32E-42E8-8BDE-02C265769A12}" type="presParOf" srcId="{E810E64E-4700-4CBE-871B-9FDE3192ABA0}" destId="{93B211AC-D35F-4D65-B54B-0C7EC9445EEA}" srcOrd="11" destOrd="0" presId="urn:microsoft.com/office/officeart/2005/8/layout/vList2"/>
    <dgm:cxn modelId="{F2EE8E66-7869-4885-9D0B-3F42AD303B9A}" type="presParOf" srcId="{E810E64E-4700-4CBE-871B-9FDE3192ABA0}" destId="{C9805088-0B7A-48FE-8715-3B303CADE1F5}" srcOrd="12" destOrd="0" presId="urn:microsoft.com/office/officeart/2005/8/layout/vList2"/>
    <dgm:cxn modelId="{C8E81F57-1971-4D26-8746-737AF861A57C}" type="presParOf" srcId="{E810E64E-4700-4CBE-871B-9FDE3192ABA0}" destId="{4757CE05-7309-44D3-B0B4-EF1770578D25}" srcOrd="13" destOrd="0" presId="urn:microsoft.com/office/officeart/2005/8/layout/vList2"/>
    <dgm:cxn modelId="{8C425967-F321-486A-8D75-F772A214AC7B}" type="presParOf" srcId="{E810E64E-4700-4CBE-871B-9FDE3192ABA0}" destId="{BC20F51D-9B21-4985-97E7-7DB8BBBE4481}"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BE9E22D-53AA-480B-8FB2-AE6304C2C350}" type="doc">
      <dgm:prSet loTypeId="urn:microsoft.com/office/officeart/2018/2/layout/IconCircleList" loCatId="icon" qsTypeId="urn:microsoft.com/office/officeart/2005/8/quickstyle/simple1#13" qsCatId="simple" csTypeId="urn:microsoft.com/office/officeart/2005/8/colors/accent1_2#12" csCatId="accent1" phldr="1"/>
      <dgm:spPr/>
      <dgm:t>
        <a:bodyPr/>
        <a:lstStyle/>
        <a:p>
          <a:endParaRPr lang="en-US"/>
        </a:p>
      </dgm:t>
    </dgm:pt>
    <dgm:pt modelId="{3D7259D7-FF85-495E-95B2-6A226957C3CD}">
      <dgm:prSet/>
      <dgm:spPr/>
      <dgm:t>
        <a:bodyPr/>
        <a:lstStyle/>
        <a:p>
          <a:pPr>
            <a:lnSpc>
              <a:spcPct val="100000"/>
            </a:lnSpc>
          </a:pPr>
          <a:r>
            <a:rPr lang="en-US"/>
            <a:t>✓ Editor de código (VS Code recomendado)</a:t>
          </a:r>
        </a:p>
      </dgm:t>
    </dgm:pt>
    <dgm:pt modelId="{F6375C38-0ADF-43A0-895B-EB1ADFD39AEB}" type="parTrans" cxnId="{4DC09B16-E55B-4B14-9748-C96380D985A3}">
      <dgm:prSet/>
      <dgm:spPr/>
      <dgm:t>
        <a:bodyPr/>
        <a:lstStyle/>
        <a:p>
          <a:endParaRPr lang="en-US"/>
        </a:p>
      </dgm:t>
    </dgm:pt>
    <dgm:pt modelId="{79D7C6BE-B344-4436-ADA7-AF10BF0B7F31}" type="sibTrans" cxnId="{4DC09B16-E55B-4B14-9748-C96380D985A3}">
      <dgm:prSet/>
      <dgm:spPr/>
      <dgm:t>
        <a:bodyPr/>
        <a:lstStyle/>
        <a:p>
          <a:pPr>
            <a:lnSpc>
              <a:spcPct val="100000"/>
            </a:lnSpc>
          </a:pPr>
          <a:endParaRPr lang="en-US"/>
        </a:p>
      </dgm:t>
    </dgm:pt>
    <dgm:pt modelId="{2BC4663B-FE4C-4717-AAF3-618B7593EAB7}">
      <dgm:prSet/>
      <dgm:spPr/>
      <dgm:t>
        <a:bodyPr/>
        <a:lstStyle/>
        <a:p>
          <a:pPr>
            <a:lnSpc>
              <a:spcPct val="100000"/>
            </a:lnSpc>
          </a:pPr>
          <a:r>
            <a:rPr lang="en-US"/>
            <a:t>✓ Navegador moderno (Chrome, Firefox, Edge)</a:t>
          </a:r>
        </a:p>
      </dgm:t>
    </dgm:pt>
    <dgm:pt modelId="{CC83FEC8-1310-4698-96B4-C081F708E0C6}" type="parTrans" cxnId="{6A63A336-1985-4033-9F22-17ACC2C8ABB3}">
      <dgm:prSet/>
      <dgm:spPr/>
      <dgm:t>
        <a:bodyPr/>
        <a:lstStyle/>
        <a:p>
          <a:endParaRPr lang="en-US"/>
        </a:p>
      </dgm:t>
    </dgm:pt>
    <dgm:pt modelId="{DB63DC33-890D-4834-91B4-4FE0D8A28AEE}" type="sibTrans" cxnId="{6A63A336-1985-4033-9F22-17ACC2C8ABB3}">
      <dgm:prSet/>
      <dgm:spPr/>
      <dgm:t>
        <a:bodyPr/>
        <a:lstStyle/>
        <a:p>
          <a:pPr>
            <a:lnSpc>
              <a:spcPct val="100000"/>
            </a:lnSpc>
          </a:pPr>
          <a:endParaRPr lang="en-US"/>
        </a:p>
      </dgm:t>
    </dgm:pt>
    <dgm:pt modelId="{CED51A93-600E-4480-A69D-EEA5E7110620}">
      <dgm:prSet/>
      <dgm:spPr/>
      <dgm:t>
        <a:bodyPr/>
        <a:lstStyle/>
        <a:p>
          <a:pPr>
            <a:lnSpc>
              <a:spcPct val="100000"/>
            </a:lnSpc>
          </a:pPr>
          <a:r>
            <a:rPr lang="en-US" dirty="0"/>
            <a:t>✓ </a:t>
          </a:r>
          <a:r>
            <a:rPr lang="en-US" dirty="0" err="1"/>
            <a:t>Conocimientos</a:t>
          </a:r>
          <a:r>
            <a:rPr lang="en-US" dirty="0"/>
            <a:t> </a:t>
          </a:r>
          <a:r>
            <a:rPr lang="en-US" dirty="0" err="1"/>
            <a:t>básicos</a:t>
          </a:r>
          <a:r>
            <a:rPr lang="en-US" dirty="0"/>
            <a:t> de HTML y CSS</a:t>
          </a:r>
        </a:p>
        <a:p>
          <a:pPr>
            <a:lnSpc>
              <a:spcPct val="100000"/>
            </a:lnSpc>
          </a:pPr>
          <a:r>
            <a:rPr lang="en-US" dirty="0"/>
            <a:t>(no </a:t>
          </a:r>
          <a:r>
            <a:rPr lang="en-US" dirty="0" err="1"/>
            <a:t>imprescindible</a:t>
          </a:r>
          <a:r>
            <a:rPr lang="en-US" dirty="0"/>
            <a:t>)</a:t>
          </a:r>
        </a:p>
      </dgm:t>
    </dgm:pt>
    <dgm:pt modelId="{3B406543-F584-4B6C-A3C8-6767D9A6B06B}" type="parTrans" cxnId="{E48E6864-6EA9-4BC9-80E9-CD0D4401C567}">
      <dgm:prSet/>
      <dgm:spPr/>
      <dgm:t>
        <a:bodyPr/>
        <a:lstStyle/>
        <a:p>
          <a:endParaRPr lang="en-US"/>
        </a:p>
      </dgm:t>
    </dgm:pt>
    <dgm:pt modelId="{91AFE53B-161F-4708-9E16-62AF8F635A6F}" type="sibTrans" cxnId="{E48E6864-6EA9-4BC9-80E9-CD0D4401C567}">
      <dgm:prSet/>
      <dgm:spPr/>
      <dgm:t>
        <a:bodyPr/>
        <a:lstStyle/>
        <a:p>
          <a:pPr>
            <a:lnSpc>
              <a:spcPct val="100000"/>
            </a:lnSpc>
          </a:pPr>
          <a:endParaRPr lang="en-US"/>
        </a:p>
      </dgm:t>
    </dgm:pt>
    <dgm:pt modelId="{6C99B9DD-D81A-4999-AAFB-B0EC44387E2A}">
      <dgm:prSet/>
      <dgm:spPr/>
      <dgm:t>
        <a:bodyPr/>
        <a:lstStyle/>
        <a:p>
          <a:pPr>
            <a:lnSpc>
              <a:spcPct val="100000"/>
            </a:lnSpc>
          </a:pPr>
          <a:r>
            <a:rPr lang="en-US"/>
            <a:t>✓ Disposición para aprender y practicar</a:t>
          </a:r>
        </a:p>
      </dgm:t>
    </dgm:pt>
    <dgm:pt modelId="{DC43A401-608B-489D-AA13-D7DA9208FC73}" type="parTrans" cxnId="{B889284D-2507-43B7-8DCF-82763BF24FDB}">
      <dgm:prSet/>
      <dgm:spPr/>
      <dgm:t>
        <a:bodyPr/>
        <a:lstStyle/>
        <a:p>
          <a:endParaRPr lang="en-US"/>
        </a:p>
      </dgm:t>
    </dgm:pt>
    <dgm:pt modelId="{025D9F67-13FE-40B5-9843-CB105272CDB6}" type="sibTrans" cxnId="{B889284D-2507-43B7-8DCF-82763BF24FDB}">
      <dgm:prSet/>
      <dgm:spPr/>
      <dgm:t>
        <a:bodyPr/>
        <a:lstStyle/>
        <a:p>
          <a:pPr>
            <a:lnSpc>
              <a:spcPct val="100000"/>
            </a:lnSpc>
          </a:pPr>
          <a:endParaRPr lang="en-US"/>
        </a:p>
      </dgm:t>
    </dgm:pt>
    <dgm:pt modelId="{366A4812-D19F-4051-B6E2-DAC7C3BD58FF}">
      <dgm:prSet/>
      <dgm:spPr/>
      <dgm:t>
        <a:bodyPr/>
        <a:lstStyle/>
        <a:p>
          <a:pPr>
            <a:lnSpc>
              <a:spcPct val="100000"/>
            </a:lnSpc>
          </a:pPr>
          <a:r>
            <a:rPr lang="en-US"/>
            <a:t>✓ </a:t>
          </a:r>
          <a:r>
            <a:rPr lang="es-ES"/>
            <a:t>Un patito amarillo</a:t>
          </a:r>
          <a:endParaRPr lang="en-US"/>
        </a:p>
      </dgm:t>
    </dgm:pt>
    <dgm:pt modelId="{5B73723B-F7F7-45AA-A51D-5EA3940363AF}" type="parTrans" cxnId="{0B93DBDC-A0A9-46D3-BB89-E09BC73D3D15}">
      <dgm:prSet/>
      <dgm:spPr/>
      <dgm:t>
        <a:bodyPr/>
        <a:lstStyle/>
        <a:p>
          <a:endParaRPr lang="en-US"/>
        </a:p>
      </dgm:t>
    </dgm:pt>
    <dgm:pt modelId="{7E49E99B-4FD6-46F4-9B0E-37348F6F51A8}" type="sibTrans" cxnId="{0B93DBDC-A0A9-46D3-BB89-E09BC73D3D15}">
      <dgm:prSet/>
      <dgm:spPr/>
      <dgm:t>
        <a:bodyPr/>
        <a:lstStyle/>
        <a:p>
          <a:endParaRPr lang="en-US"/>
        </a:p>
      </dgm:t>
    </dgm:pt>
    <dgm:pt modelId="{2DE74BF7-CDD8-4D8B-846B-199F5238DA70}" type="pres">
      <dgm:prSet presAssocID="{7BE9E22D-53AA-480B-8FB2-AE6304C2C350}" presName="root" presStyleCnt="0">
        <dgm:presLayoutVars>
          <dgm:dir/>
          <dgm:resizeHandles val="exact"/>
        </dgm:presLayoutVars>
      </dgm:prSet>
      <dgm:spPr/>
    </dgm:pt>
    <dgm:pt modelId="{D7C7D0EE-3D83-4849-9031-DBE3C99B34AE}" type="pres">
      <dgm:prSet presAssocID="{7BE9E22D-53AA-480B-8FB2-AE6304C2C350}" presName="container" presStyleCnt="0">
        <dgm:presLayoutVars>
          <dgm:dir/>
          <dgm:resizeHandles val="exact"/>
        </dgm:presLayoutVars>
      </dgm:prSet>
      <dgm:spPr/>
    </dgm:pt>
    <dgm:pt modelId="{2C9ACC95-6B5A-4A57-82A1-AA524440BC69}" type="pres">
      <dgm:prSet presAssocID="{3D7259D7-FF85-495E-95B2-6A226957C3CD}" presName="compNode" presStyleCnt="0"/>
      <dgm:spPr/>
    </dgm:pt>
    <dgm:pt modelId="{721C1627-8F62-4B52-86C4-9920CDA4B278}" type="pres">
      <dgm:prSet presAssocID="{3D7259D7-FF85-495E-95B2-6A226957C3CD}" presName="iconBgRect" presStyleLbl="bgShp" presStyleIdx="0" presStyleCnt="5"/>
      <dgm:spPr/>
    </dgm:pt>
    <dgm:pt modelId="{29295637-42F3-44E7-B763-4551BE63F31A}" type="pres">
      <dgm:prSet presAssocID="{3D7259D7-FF85-495E-95B2-6A226957C3CD}"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áquina de escribir"/>
        </a:ext>
      </dgm:extLst>
    </dgm:pt>
    <dgm:pt modelId="{5533B100-0B47-43FD-9BD7-7EDC0F99BC1A}" type="pres">
      <dgm:prSet presAssocID="{3D7259D7-FF85-495E-95B2-6A226957C3CD}" presName="spaceRect" presStyleCnt="0"/>
      <dgm:spPr/>
    </dgm:pt>
    <dgm:pt modelId="{71975861-5498-4AF1-9F1D-D1B3E3EB0B39}" type="pres">
      <dgm:prSet presAssocID="{3D7259D7-FF85-495E-95B2-6A226957C3CD}" presName="textRect" presStyleLbl="revTx" presStyleIdx="0" presStyleCnt="5">
        <dgm:presLayoutVars>
          <dgm:chMax val="1"/>
          <dgm:chPref val="1"/>
        </dgm:presLayoutVars>
      </dgm:prSet>
      <dgm:spPr/>
    </dgm:pt>
    <dgm:pt modelId="{9F1F2FEA-C69C-42B5-9A17-2B84158B58DB}" type="pres">
      <dgm:prSet presAssocID="{79D7C6BE-B344-4436-ADA7-AF10BF0B7F31}" presName="sibTrans" presStyleLbl="sibTrans2D1" presStyleIdx="0" presStyleCnt="0"/>
      <dgm:spPr/>
    </dgm:pt>
    <dgm:pt modelId="{A9AAA950-A094-47F4-B1F5-D660BE92DDBC}" type="pres">
      <dgm:prSet presAssocID="{2BC4663B-FE4C-4717-AAF3-618B7593EAB7}" presName="compNode" presStyleCnt="0"/>
      <dgm:spPr/>
    </dgm:pt>
    <dgm:pt modelId="{1BC645EB-5C33-47CF-9C2D-6FBCA44917BE}" type="pres">
      <dgm:prSet presAssocID="{2BC4663B-FE4C-4717-AAF3-618B7593EAB7}" presName="iconBgRect" presStyleLbl="bgShp" presStyleIdx="1" presStyleCnt="5"/>
      <dgm:spPr/>
    </dgm:pt>
    <dgm:pt modelId="{CA78B266-739C-49E9-9E89-81FD22EFE188}" type="pres">
      <dgm:prSet presAssocID="{2BC4663B-FE4C-4717-AAF3-618B7593EAB7}"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owser Window"/>
        </a:ext>
      </dgm:extLst>
    </dgm:pt>
    <dgm:pt modelId="{D1037205-3245-4288-B4E4-00E3BC4EE646}" type="pres">
      <dgm:prSet presAssocID="{2BC4663B-FE4C-4717-AAF3-618B7593EAB7}" presName="spaceRect" presStyleCnt="0"/>
      <dgm:spPr/>
    </dgm:pt>
    <dgm:pt modelId="{D3BD4499-507C-4B03-A9A6-6130BCF8FC9E}" type="pres">
      <dgm:prSet presAssocID="{2BC4663B-FE4C-4717-AAF3-618B7593EAB7}" presName="textRect" presStyleLbl="revTx" presStyleIdx="1" presStyleCnt="5">
        <dgm:presLayoutVars>
          <dgm:chMax val="1"/>
          <dgm:chPref val="1"/>
        </dgm:presLayoutVars>
      </dgm:prSet>
      <dgm:spPr/>
    </dgm:pt>
    <dgm:pt modelId="{D7E5DE4F-BE60-4AE9-A5F5-D4E37CC7B0B4}" type="pres">
      <dgm:prSet presAssocID="{DB63DC33-890D-4834-91B4-4FE0D8A28AEE}" presName="sibTrans" presStyleLbl="sibTrans2D1" presStyleIdx="0" presStyleCnt="0"/>
      <dgm:spPr/>
    </dgm:pt>
    <dgm:pt modelId="{80EE97E1-3FB4-402F-8B86-1BF97EDAB096}" type="pres">
      <dgm:prSet presAssocID="{CED51A93-600E-4480-A69D-EEA5E7110620}" presName="compNode" presStyleCnt="0"/>
      <dgm:spPr/>
    </dgm:pt>
    <dgm:pt modelId="{E4D37504-C96E-4AF5-A53A-DBD6DC9E4B92}" type="pres">
      <dgm:prSet presAssocID="{CED51A93-600E-4480-A69D-EEA5E7110620}" presName="iconBgRect" presStyleLbl="bgShp" presStyleIdx="2" presStyleCnt="5"/>
      <dgm:spPr/>
    </dgm:pt>
    <dgm:pt modelId="{7C3C1FEB-D62B-41FF-9E46-DFDC703611F4}" type="pres">
      <dgm:prSet presAssocID="{CED51A93-600E-4480-A69D-EEA5E7110620}"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ead with Gears"/>
        </a:ext>
      </dgm:extLst>
    </dgm:pt>
    <dgm:pt modelId="{9820C20F-C881-4F44-8744-7A9C95010B4A}" type="pres">
      <dgm:prSet presAssocID="{CED51A93-600E-4480-A69D-EEA5E7110620}" presName="spaceRect" presStyleCnt="0"/>
      <dgm:spPr/>
    </dgm:pt>
    <dgm:pt modelId="{C715FF32-F8D4-4DEB-B7C2-796446248DF7}" type="pres">
      <dgm:prSet presAssocID="{CED51A93-600E-4480-A69D-EEA5E7110620}" presName="textRect" presStyleLbl="revTx" presStyleIdx="2" presStyleCnt="5">
        <dgm:presLayoutVars>
          <dgm:chMax val="1"/>
          <dgm:chPref val="1"/>
        </dgm:presLayoutVars>
      </dgm:prSet>
      <dgm:spPr/>
    </dgm:pt>
    <dgm:pt modelId="{77B8AE94-A631-42F9-88A1-AF7DDD336770}" type="pres">
      <dgm:prSet presAssocID="{91AFE53B-161F-4708-9E16-62AF8F635A6F}" presName="sibTrans" presStyleLbl="sibTrans2D1" presStyleIdx="0" presStyleCnt="0"/>
      <dgm:spPr/>
    </dgm:pt>
    <dgm:pt modelId="{04157D4E-17D9-4B5D-9F5F-A6317E603C43}" type="pres">
      <dgm:prSet presAssocID="{6C99B9DD-D81A-4999-AAFB-B0EC44387E2A}" presName="compNode" presStyleCnt="0"/>
      <dgm:spPr/>
    </dgm:pt>
    <dgm:pt modelId="{C3A27C6E-C5E5-4D66-8896-0B71EA6AAF5E}" type="pres">
      <dgm:prSet presAssocID="{6C99B9DD-D81A-4999-AAFB-B0EC44387E2A}" presName="iconBgRect" presStyleLbl="bgShp" presStyleIdx="3" presStyleCnt="5"/>
      <dgm:spPr/>
    </dgm:pt>
    <dgm:pt modelId="{AE8707B8-365E-41EC-83D1-0D684E661EAE}" type="pres">
      <dgm:prSet presAssocID="{6C99B9DD-D81A-4999-AAFB-B0EC44387E2A}"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ibros"/>
        </a:ext>
      </dgm:extLst>
    </dgm:pt>
    <dgm:pt modelId="{5C9D10D3-4223-4A60-B11E-D6961B7C431C}" type="pres">
      <dgm:prSet presAssocID="{6C99B9DD-D81A-4999-AAFB-B0EC44387E2A}" presName="spaceRect" presStyleCnt="0"/>
      <dgm:spPr/>
    </dgm:pt>
    <dgm:pt modelId="{8D4A35E5-F980-490E-BE5D-27C37CB426C4}" type="pres">
      <dgm:prSet presAssocID="{6C99B9DD-D81A-4999-AAFB-B0EC44387E2A}" presName="textRect" presStyleLbl="revTx" presStyleIdx="3" presStyleCnt="5">
        <dgm:presLayoutVars>
          <dgm:chMax val="1"/>
          <dgm:chPref val="1"/>
        </dgm:presLayoutVars>
      </dgm:prSet>
      <dgm:spPr/>
    </dgm:pt>
    <dgm:pt modelId="{C0AD01D0-903F-44A5-BD77-B27EFCC787E4}" type="pres">
      <dgm:prSet presAssocID="{025D9F67-13FE-40B5-9843-CB105272CDB6}" presName="sibTrans" presStyleLbl="sibTrans2D1" presStyleIdx="0" presStyleCnt="0"/>
      <dgm:spPr/>
    </dgm:pt>
    <dgm:pt modelId="{B7A81E36-347E-423C-9014-645F21CD7108}" type="pres">
      <dgm:prSet presAssocID="{366A4812-D19F-4051-B6E2-DAC7C3BD58FF}" presName="compNode" presStyleCnt="0"/>
      <dgm:spPr/>
    </dgm:pt>
    <dgm:pt modelId="{953F9E93-25F8-429E-8E95-C6BB6C867828}" type="pres">
      <dgm:prSet presAssocID="{366A4812-D19F-4051-B6E2-DAC7C3BD58FF}" presName="iconBgRect" presStyleLbl="bgShp" presStyleIdx="4" presStyleCnt="5"/>
      <dgm:spPr/>
    </dgm:pt>
    <dgm:pt modelId="{80B6A9C4-4734-4052-BF26-472AB482C976}" type="pres">
      <dgm:prSet presAssocID="{366A4812-D19F-4051-B6E2-DAC7C3BD58FF}"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Pato"/>
        </a:ext>
      </dgm:extLst>
    </dgm:pt>
    <dgm:pt modelId="{B5FF2D38-ED49-421D-AD9C-01D7A2474EFC}" type="pres">
      <dgm:prSet presAssocID="{366A4812-D19F-4051-B6E2-DAC7C3BD58FF}" presName="spaceRect" presStyleCnt="0"/>
      <dgm:spPr/>
    </dgm:pt>
    <dgm:pt modelId="{CC938B19-D57B-45AC-A0B4-4195AFAABE0B}" type="pres">
      <dgm:prSet presAssocID="{366A4812-D19F-4051-B6E2-DAC7C3BD58FF}" presName="textRect" presStyleLbl="revTx" presStyleIdx="4" presStyleCnt="5">
        <dgm:presLayoutVars>
          <dgm:chMax val="1"/>
          <dgm:chPref val="1"/>
        </dgm:presLayoutVars>
      </dgm:prSet>
      <dgm:spPr/>
    </dgm:pt>
  </dgm:ptLst>
  <dgm:cxnLst>
    <dgm:cxn modelId="{3666C60E-A388-4044-9823-692915664415}" type="presOf" srcId="{025D9F67-13FE-40B5-9843-CB105272CDB6}" destId="{C0AD01D0-903F-44A5-BD77-B27EFCC787E4}" srcOrd="0" destOrd="0" presId="urn:microsoft.com/office/officeart/2018/2/layout/IconCircleList"/>
    <dgm:cxn modelId="{4DC09B16-E55B-4B14-9748-C96380D985A3}" srcId="{7BE9E22D-53AA-480B-8FB2-AE6304C2C350}" destId="{3D7259D7-FF85-495E-95B2-6A226957C3CD}" srcOrd="0" destOrd="0" parTransId="{F6375C38-0ADF-43A0-895B-EB1ADFD39AEB}" sibTransId="{79D7C6BE-B344-4436-ADA7-AF10BF0B7F31}"/>
    <dgm:cxn modelId="{C447DD1B-E679-49F6-96A7-68EA7CBEA739}" type="presOf" srcId="{91AFE53B-161F-4708-9E16-62AF8F635A6F}" destId="{77B8AE94-A631-42F9-88A1-AF7DDD336770}" srcOrd="0" destOrd="0" presId="urn:microsoft.com/office/officeart/2018/2/layout/IconCircleList"/>
    <dgm:cxn modelId="{6A63A336-1985-4033-9F22-17ACC2C8ABB3}" srcId="{7BE9E22D-53AA-480B-8FB2-AE6304C2C350}" destId="{2BC4663B-FE4C-4717-AAF3-618B7593EAB7}" srcOrd="1" destOrd="0" parTransId="{CC83FEC8-1310-4698-96B4-C081F708E0C6}" sibTransId="{DB63DC33-890D-4834-91B4-4FE0D8A28AEE}"/>
    <dgm:cxn modelId="{63422460-C5F9-477B-A623-6AF7039805B3}" type="presOf" srcId="{2BC4663B-FE4C-4717-AAF3-618B7593EAB7}" destId="{D3BD4499-507C-4B03-A9A6-6130BCF8FC9E}" srcOrd="0" destOrd="0" presId="urn:microsoft.com/office/officeart/2018/2/layout/IconCircleList"/>
    <dgm:cxn modelId="{E48E6864-6EA9-4BC9-80E9-CD0D4401C567}" srcId="{7BE9E22D-53AA-480B-8FB2-AE6304C2C350}" destId="{CED51A93-600E-4480-A69D-EEA5E7110620}" srcOrd="2" destOrd="0" parTransId="{3B406543-F584-4B6C-A3C8-6767D9A6B06B}" sibTransId="{91AFE53B-161F-4708-9E16-62AF8F635A6F}"/>
    <dgm:cxn modelId="{79779B4B-27F9-41AF-BB02-754B7D52A52D}" type="presOf" srcId="{DB63DC33-890D-4834-91B4-4FE0D8A28AEE}" destId="{D7E5DE4F-BE60-4AE9-A5F5-D4E37CC7B0B4}" srcOrd="0" destOrd="0" presId="urn:microsoft.com/office/officeart/2018/2/layout/IconCircleList"/>
    <dgm:cxn modelId="{07EECA4B-AE4B-49C0-994E-A170ADD1EF2D}" type="presOf" srcId="{366A4812-D19F-4051-B6E2-DAC7C3BD58FF}" destId="{CC938B19-D57B-45AC-A0B4-4195AFAABE0B}" srcOrd="0" destOrd="0" presId="urn:microsoft.com/office/officeart/2018/2/layout/IconCircleList"/>
    <dgm:cxn modelId="{B889284D-2507-43B7-8DCF-82763BF24FDB}" srcId="{7BE9E22D-53AA-480B-8FB2-AE6304C2C350}" destId="{6C99B9DD-D81A-4999-AAFB-B0EC44387E2A}" srcOrd="3" destOrd="0" parTransId="{DC43A401-608B-489D-AA13-D7DA9208FC73}" sibTransId="{025D9F67-13FE-40B5-9843-CB105272CDB6}"/>
    <dgm:cxn modelId="{050F6955-F6DC-4A5C-B277-5534B77D89D0}" type="presOf" srcId="{6C99B9DD-D81A-4999-AAFB-B0EC44387E2A}" destId="{8D4A35E5-F980-490E-BE5D-27C37CB426C4}" srcOrd="0" destOrd="0" presId="urn:microsoft.com/office/officeart/2018/2/layout/IconCircleList"/>
    <dgm:cxn modelId="{C57ED778-A097-4B8B-AD63-9634A9EA927D}" type="presOf" srcId="{3D7259D7-FF85-495E-95B2-6A226957C3CD}" destId="{71975861-5498-4AF1-9F1D-D1B3E3EB0B39}" srcOrd="0" destOrd="0" presId="urn:microsoft.com/office/officeart/2018/2/layout/IconCircleList"/>
    <dgm:cxn modelId="{60686FAC-D84A-4FB0-8CB6-8F0FCFE66380}" type="presOf" srcId="{CED51A93-600E-4480-A69D-EEA5E7110620}" destId="{C715FF32-F8D4-4DEB-B7C2-796446248DF7}" srcOrd="0" destOrd="0" presId="urn:microsoft.com/office/officeart/2018/2/layout/IconCircleList"/>
    <dgm:cxn modelId="{98619DB9-D8E9-40A0-B34A-E6B9D5C34277}" type="presOf" srcId="{79D7C6BE-B344-4436-ADA7-AF10BF0B7F31}" destId="{9F1F2FEA-C69C-42B5-9A17-2B84158B58DB}" srcOrd="0" destOrd="0" presId="urn:microsoft.com/office/officeart/2018/2/layout/IconCircleList"/>
    <dgm:cxn modelId="{9C983DD1-4867-40B8-AC1D-C2E9E536F575}" type="presOf" srcId="{7BE9E22D-53AA-480B-8FB2-AE6304C2C350}" destId="{2DE74BF7-CDD8-4D8B-846B-199F5238DA70}" srcOrd="0" destOrd="0" presId="urn:microsoft.com/office/officeart/2018/2/layout/IconCircleList"/>
    <dgm:cxn modelId="{0B93DBDC-A0A9-46D3-BB89-E09BC73D3D15}" srcId="{7BE9E22D-53AA-480B-8FB2-AE6304C2C350}" destId="{366A4812-D19F-4051-B6E2-DAC7C3BD58FF}" srcOrd="4" destOrd="0" parTransId="{5B73723B-F7F7-45AA-A51D-5EA3940363AF}" sibTransId="{7E49E99B-4FD6-46F4-9B0E-37348F6F51A8}"/>
    <dgm:cxn modelId="{716E3A0F-DB94-45D0-8B86-F8737E23297F}" type="presParOf" srcId="{2DE74BF7-CDD8-4D8B-846B-199F5238DA70}" destId="{D7C7D0EE-3D83-4849-9031-DBE3C99B34AE}" srcOrd="0" destOrd="0" presId="urn:microsoft.com/office/officeart/2018/2/layout/IconCircleList"/>
    <dgm:cxn modelId="{F20F4FD2-B4F5-485D-80B3-B1F3F51E1057}" type="presParOf" srcId="{D7C7D0EE-3D83-4849-9031-DBE3C99B34AE}" destId="{2C9ACC95-6B5A-4A57-82A1-AA524440BC69}" srcOrd="0" destOrd="0" presId="urn:microsoft.com/office/officeart/2018/2/layout/IconCircleList"/>
    <dgm:cxn modelId="{8FA0830B-3D7A-47ED-A827-C92EC892E14B}" type="presParOf" srcId="{2C9ACC95-6B5A-4A57-82A1-AA524440BC69}" destId="{721C1627-8F62-4B52-86C4-9920CDA4B278}" srcOrd="0" destOrd="0" presId="urn:microsoft.com/office/officeart/2018/2/layout/IconCircleList"/>
    <dgm:cxn modelId="{BC99E028-253B-4CA4-9FB2-5A0C4D8566F4}" type="presParOf" srcId="{2C9ACC95-6B5A-4A57-82A1-AA524440BC69}" destId="{29295637-42F3-44E7-B763-4551BE63F31A}" srcOrd="1" destOrd="0" presId="urn:microsoft.com/office/officeart/2018/2/layout/IconCircleList"/>
    <dgm:cxn modelId="{6EB8A2F1-E381-41E0-8928-0849F73939F1}" type="presParOf" srcId="{2C9ACC95-6B5A-4A57-82A1-AA524440BC69}" destId="{5533B100-0B47-43FD-9BD7-7EDC0F99BC1A}" srcOrd="2" destOrd="0" presId="urn:microsoft.com/office/officeart/2018/2/layout/IconCircleList"/>
    <dgm:cxn modelId="{F671C764-5E9C-4E0F-8E3D-96CC04A18438}" type="presParOf" srcId="{2C9ACC95-6B5A-4A57-82A1-AA524440BC69}" destId="{71975861-5498-4AF1-9F1D-D1B3E3EB0B39}" srcOrd="3" destOrd="0" presId="urn:microsoft.com/office/officeart/2018/2/layout/IconCircleList"/>
    <dgm:cxn modelId="{6AA7AC9C-254C-432F-81E1-3B306F745D9E}" type="presParOf" srcId="{D7C7D0EE-3D83-4849-9031-DBE3C99B34AE}" destId="{9F1F2FEA-C69C-42B5-9A17-2B84158B58DB}" srcOrd="1" destOrd="0" presId="urn:microsoft.com/office/officeart/2018/2/layout/IconCircleList"/>
    <dgm:cxn modelId="{2B2625F8-04F4-4FD2-9FA5-A0B92B218A1D}" type="presParOf" srcId="{D7C7D0EE-3D83-4849-9031-DBE3C99B34AE}" destId="{A9AAA950-A094-47F4-B1F5-D660BE92DDBC}" srcOrd="2" destOrd="0" presId="urn:microsoft.com/office/officeart/2018/2/layout/IconCircleList"/>
    <dgm:cxn modelId="{5BE43EA6-DD73-4148-91F5-77C78F556B9F}" type="presParOf" srcId="{A9AAA950-A094-47F4-B1F5-D660BE92DDBC}" destId="{1BC645EB-5C33-47CF-9C2D-6FBCA44917BE}" srcOrd="0" destOrd="0" presId="urn:microsoft.com/office/officeart/2018/2/layout/IconCircleList"/>
    <dgm:cxn modelId="{C8C97CA2-F1FC-43DE-8BD5-F99A66BCBADD}" type="presParOf" srcId="{A9AAA950-A094-47F4-B1F5-D660BE92DDBC}" destId="{CA78B266-739C-49E9-9E89-81FD22EFE188}" srcOrd="1" destOrd="0" presId="urn:microsoft.com/office/officeart/2018/2/layout/IconCircleList"/>
    <dgm:cxn modelId="{50EAFBBB-9EFB-472D-AB1B-772A78370511}" type="presParOf" srcId="{A9AAA950-A094-47F4-B1F5-D660BE92DDBC}" destId="{D1037205-3245-4288-B4E4-00E3BC4EE646}" srcOrd="2" destOrd="0" presId="urn:microsoft.com/office/officeart/2018/2/layout/IconCircleList"/>
    <dgm:cxn modelId="{B277E240-CB80-40DF-ACC9-BA4BCF1EDAAF}" type="presParOf" srcId="{A9AAA950-A094-47F4-B1F5-D660BE92DDBC}" destId="{D3BD4499-507C-4B03-A9A6-6130BCF8FC9E}" srcOrd="3" destOrd="0" presId="urn:microsoft.com/office/officeart/2018/2/layout/IconCircleList"/>
    <dgm:cxn modelId="{BBCDD6E1-B940-4C7E-96B5-44A91F517A63}" type="presParOf" srcId="{D7C7D0EE-3D83-4849-9031-DBE3C99B34AE}" destId="{D7E5DE4F-BE60-4AE9-A5F5-D4E37CC7B0B4}" srcOrd="3" destOrd="0" presId="urn:microsoft.com/office/officeart/2018/2/layout/IconCircleList"/>
    <dgm:cxn modelId="{D2644C3F-618E-4B50-A602-DE257C69ABA9}" type="presParOf" srcId="{D7C7D0EE-3D83-4849-9031-DBE3C99B34AE}" destId="{80EE97E1-3FB4-402F-8B86-1BF97EDAB096}" srcOrd="4" destOrd="0" presId="urn:microsoft.com/office/officeart/2018/2/layout/IconCircleList"/>
    <dgm:cxn modelId="{DF56BC6F-89A5-4443-8B08-FDC5962CAD70}" type="presParOf" srcId="{80EE97E1-3FB4-402F-8B86-1BF97EDAB096}" destId="{E4D37504-C96E-4AF5-A53A-DBD6DC9E4B92}" srcOrd="0" destOrd="0" presId="urn:microsoft.com/office/officeart/2018/2/layout/IconCircleList"/>
    <dgm:cxn modelId="{BE83E9D3-BF5C-4B02-96B0-FD585C634144}" type="presParOf" srcId="{80EE97E1-3FB4-402F-8B86-1BF97EDAB096}" destId="{7C3C1FEB-D62B-41FF-9E46-DFDC703611F4}" srcOrd="1" destOrd="0" presId="urn:microsoft.com/office/officeart/2018/2/layout/IconCircleList"/>
    <dgm:cxn modelId="{893341DA-08FF-42B7-A2B7-BAA158D129EA}" type="presParOf" srcId="{80EE97E1-3FB4-402F-8B86-1BF97EDAB096}" destId="{9820C20F-C881-4F44-8744-7A9C95010B4A}" srcOrd="2" destOrd="0" presId="urn:microsoft.com/office/officeart/2018/2/layout/IconCircleList"/>
    <dgm:cxn modelId="{0333EB9D-898B-4496-A6BB-3E0E6F037DCA}" type="presParOf" srcId="{80EE97E1-3FB4-402F-8B86-1BF97EDAB096}" destId="{C715FF32-F8D4-4DEB-B7C2-796446248DF7}" srcOrd="3" destOrd="0" presId="urn:microsoft.com/office/officeart/2018/2/layout/IconCircleList"/>
    <dgm:cxn modelId="{AFF3B7AE-33B5-473A-8FA2-15985A416597}" type="presParOf" srcId="{D7C7D0EE-3D83-4849-9031-DBE3C99B34AE}" destId="{77B8AE94-A631-42F9-88A1-AF7DDD336770}" srcOrd="5" destOrd="0" presId="urn:microsoft.com/office/officeart/2018/2/layout/IconCircleList"/>
    <dgm:cxn modelId="{49AA3B5D-905F-4730-A2D1-A5892D5EBDCA}" type="presParOf" srcId="{D7C7D0EE-3D83-4849-9031-DBE3C99B34AE}" destId="{04157D4E-17D9-4B5D-9F5F-A6317E603C43}" srcOrd="6" destOrd="0" presId="urn:microsoft.com/office/officeart/2018/2/layout/IconCircleList"/>
    <dgm:cxn modelId="{FB84E1C2-0689-4DE3-93E5-504B42B9CBB8}" type="presParOf" srcId="{04157D4E-17D9-4B5D-9F5F-A6317E603C43}" destId="{C3A27C6E-C5E5-4D66-8896-0B71EA6AAF5E}" srcOrd="0" destOrd="0" presId="urn:microsoft.com/office/officeart/2018/2/layout/IconCircleList"/>
    <dgm:cxn modelId="{F1E8A553-13E7-4D45-B735-49D1B7021C59}" type="presParOf" srcId="{04157D4E-17D9-4B5D-9F5F-A6317E603C43}" destId="{AE8707B8-365E-41EC-83D1-0D684E661EAE}" srcOrd="1" destOrd="0" presId="urn:microsoft.com/office/officeart/2018/2/layout/IconCircleList"/>
    <dgm:cxn modelId="{FE98CCD0-AEB6-4A9B-934E-7307780401DD}" type="presParOf" srcId="{04157D4E-17D9-4B5D-9F5F-A6317E603C43}" destId="{5C9D10D3-4223-4A60-B11E-D6961B7C431C}" srcOrd="2" destOrd="0" presId="urn:microsoft.com/office/officeart/2018/2/layout/IconCircleList"/>
    <dgm:cxn modelId="{925BEE62-F6B9-4670-809D-8A7C89BA914A}" type="presParOf" srcId="{04157D4E-17D9-4B5D-9F5F-A6317E603C43}" destId="{8D4A35E5-F980-490E-BE5D-27C37CB426C4}" srcOrd="3" destOrd="0" presId="urn:microsoft.com/office/officeart/2018/2/layout/IconCircleList"/>
    <dgm:cxn modelId="{AD79719C-815A-4E21-AB4B-208BB00E59A8}" type="presParOf" srcId="{D7C7D0EE-3D83-4849-9031-DBE3C99B34AE}" destId="{C0AD01D0-903F-44A5-BD77-B27EFCC787E4}" srcOrd="7" destOrd="0" presId="urn:microsoft.com/office/officeart/2018/2/layout/IconCircleList"/>
    <dgm:cxn modelId="{709F1046-A933-42B0-BE04-1CCDE3105CD0}" type="presParOf" srcId="{D7C7D0EE-3D83-4849-9031-DBE3C99B34AE}" destId="{B7A81E36-347E-423C-9014-645F21CD7108}" srcOrd="8" destOrd="0" presId="urn:microsoft.com/office/officeart/2018/2/layout/IconCircleList"/>
    <dgm:cxn modelId="{39637062-DB05-409C-BE59-81F5A4EDFF27}" type="presParOf" srcId="{B7A81E36-347E-423C-9014-645F21CD7108}" destId="{953F9E93-25F8-429E-8E95-C6BB6C867828}" srcOrd="0" destOrd="0" presId="urn:microsoft.com/office/officeart/2018/2/layout/IconCircleList"/>
    <dgm:cxn modelId="{B86B092D-D8A8-418D-BDC4-B041FB43FFFC}" type="presParOf" srcId="{B7A81E36-347E-423C-9014-645F21CD7108}" destId="{80B6A9C4-4734-4052-BF26-472AB482C976}" srcOrd="1" destOrd="0" presId="urn:microsoft.com/office/officeart/2018/2/layout/IconCircleList"/>
    <dgm:cxn modelId="{1CD3D636-FC9F-4C1E-A4B4-C632BE0E2D51}" type="presParOf" srcId="{B7A81E36-347E-423C-9014-645F21CD7108}" destId="{B5FF2D38-ED49-421D-AD9C-01D7A2474EFC}" srcOrd="2" destOrd="0" presId="urn:microsoft.com/office/officeart/2018/2/layout/IconCircleList"/>
    <dgm:cxn modelId="{F13C6355-AA0E-444F-8E3C-885267BFB51D}" type="presParOf" srcId="{B7A81E36-347E-423C-9014-645F21CD7108}" destId="{CC938B19-D57B-45AC-A0B4-4195AFAABE0B}"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D5233-273F-4817-AEC7-B07FC0121F43}">
      <dsp:nvSpPr>
        <dsp:cNvPr id="0" name=""/>
        <dsp:cNvSpPr/>
      </dsp:nvSpPr>
      <dsp:spPr>
        <a:xfrm>
          <a:off x="738477" y="785900"/>
          <a:ext cx="1079825" cy="10798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605776-181D-4C51-A1DC-E352845E6D4D}">
      <dsp:nvSpPr>
        <dsp:cNvPr id="0" name=""/>
        <dsp:cNvSpPr/>
      </dsp:nvSpPr>
      <dsp:spPr>
        <a:xfrm>
          <a:off x="78583" y="2183504"/>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s-ES_tradnl" sz="2200" kern="1200"/>
            <a:t>Módulo 1: JavaScript (130 horas)</a:t>
          </a:r>
          <a:endParaRPr lang="en-US" sz="2200" kern="1200"/>
        </a:p>
      </dsp:txBody>
      <dsp:txXfrm>
        <a:off x="78583" y="2183504"/>
        <a:ext cx="2399612" cy="720000"/>
      </dsp:txXfrm>
    </dsp:sp>
    <dsp:sp modelId="{8FE4B4AC-98A2-4FA2-A531-97071AEEE18B}">
      <dsp:nvSpPr>
        <dsp:cNvPr id="0" name=""/>
        <dsp:cNvSpPr/>
      </dsp:nvSpPr>
      <dsp:spPr>
        <a:xfrm>
          <a:off x="3558022" y="785900"/>
          <a:ext cx="1079825" cy="10798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F253C5-EEEC-4DB8-B9B6-3BAFE32F3997}">
      <dsp:nvSpPr>
        <dsp:cNvPr id="0" name=""/>
        <dsp:cNvSpPr/>
      </dsp:nvSpPr>
      <dsp:spPr>
        <a:xfrm>
          <a:off x="2898129" y="2183504"/>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s-ES_tradnl" sz="2200" kern="1200"/>
            <a:t>Módulo 2: Ionic (30 horas)</a:t>
          </a:r>
          <a:endParaRPr lang="en-US" sz="2200" kern="1200"/>
        </a:p>
      </dsp:txBody>
      <dsp:txXfrm>
        <a:off x="2898129" y="2183504"/>
        <a:ext cx="2399612" cy="720000"/>
      </dsp:txXfrm>
    </dsp:sp>
    <dsp:sp modelId="{5D4AA6CC-AB93-46E9-8E59-0D1871A8C869}">
      <dsp:nvSpPr>
        <dsp:cNvPr id="0" name=""/>
        <dsp:cNvSpPr/>
      </dsp:nvSpPr>
      <dsp:spPr>
        <a:xfrm>
          <a:off x="6377567" y="785900"/>
          <a:ext cx="1079825" cy="10798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D83EA2-9AD5-478E-AAFE-E3626B75F44F}">
      <dsp:nvSpPr>
        <dsp:cNvPr id="0" name=""/>
        <dsp:cNvSpPr/>
      </dsp:nvSpPr>
      <dsp:spPr>
        <a:xfrm>
          <a:off x="5717674" y="2183504"/>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s-ES_tradnl" sz="2200" kern="1200"/>
            <a:t>Horas totales: 160 horas</a:t>
          </a:r>
          <a:endParaRPr lang="en-US" sz="2200" kern="1200"/>
        </a:p>
      </dsp:txBody>
      <dsp:txXfrm>
        <a:off x="5717674" y="2183504"/>
        <a:ext cx="239961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39D4A-B847-4923-9F2D-58282C9EC46E}">
      <dsp:nvSpPr>
        <dsp:cNvPr id="0" name=""/>
        <dsp:cNvSpPr/>
      </dsp:nvSpPr>
      <dsp:spPr>
        <a:xfrm>
          <a:off x="993599" y="12959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484FEE-9D81-4ABE-AD88-3593D05325C1}">
      <dsp:nvSpPr>
        <dsp:cNvPr id="0" name=""/>
        <dsp:cNvSpPr/>
      </dsp:nvSpPr>
      <dsp:spPr>
        <a:xfrm>
          <a:off x="1227599" y="363599"/>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82B464-AE45-4FD8-B3DC-7ABC47185E45}">
      <dsp:nvSpPr>
        <dsp:cNvPr id="0" name=""/>
        <dsp:cNvSpPr/>
      </dsp:nvSpPr>
      <dsp:spPr>
        <a:xfrm>
          <a:off x="642599" y="15696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Aprender a programar en JavaScript desde cero</a:t>
          </a:r>
        </a:p>
      </dsp:txBody>
      <dsp:txXfrm>
        <a:off x="642599" y="1569600"/>
        <a:ext cx="1800000" cy="720000"/>
      </dsp:txXfrm>
    </dsp:sp>
    <dsp:sp modelId="{2D823545-DDE4-4A6B-B65B-EE2E93449BFF}">
      <dsp:nvSpPr>
        <dsp:cNvPr id="0" name=""/>
        <dsp:cNvSpPr/>
      </dsp:nvSpPr>
      <dsp:spPr>
        <a:xfrm>
          <a:off x="3108599" y="12959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1F4E45-AEC0-4744-90EF-7E17704F0440}">
      <dsp:nvSpPr>
        <dsp:cNvPr id="0" name=""/>
        <dsp:cNvSpPr/>
      </dsp:nvSpPr>
      <dsp:spPr>
        <a:xfrm>
          <a:off x="3342599" y="363599"/>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63ABF2-D16F-460E-8548-068DA2A78D03}">
      <dsp:nvSpPr>
        <dsp:cNvPr id="0" name=""/>
        <dsp:cNvSpPr/>
      </dsp:nvSpPr>
      <dsp:spPr>
        <a:xfrm>
          <a:off x="2757599" y="15696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Dominar la creación de efectos atractivos y dinámicos</a:t>
          </a:r>
        </a:p>
      </dsp:txBody>
      <dsp:txXfrm>
        <a:off x="2757599" y="1569600"/>
        <a:ext cx="1800000" cy="720000"/>
      </dsp:txXfrm>
    </dsp:sp>
    <dsp:sp modelId="{6B9FAB23-2445-4F32-92BD-D45AF2F0BA2D}">
      <dsp:nvSpPr>
        <dsp:cNvPr id="0" name=""/>
        <dsp:cNvSpPr/>
      </dsp:nvSpPr>
      <dsp:spPr>
        <a:xfrm>
          <a:off x="5223600" y="12959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D78B3A-E0A8-4EB7-811C-19FF4B14BA43}">
      <dsp:nvSpPr>
        <dsp:cNvPr id="0" name=""/>
        <dsp:cNvSpPr/>
      </dsp:nvSpPr>
      <dsp:spPr>
        <a:xfrm>
          <a:off x="5457600" y="363599"/>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8DA171-06E9-4FDA-985E-6BEF2FF4BFD0}">
      <dsp:nvSpPr>
        <dsp:cNvPr id="0" name=""/>
        <dsp:cNvSpPr/>
      </dsp:nvSpPr>
      <dsp:spPr>
        <a:xfrm>
          <a:off x="4872600" y="15696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Manipular y modificar páginas web interactivamente</a:t>
          </a:r>
        </a:p>
      </dsp:txBody>
      <dsp:txXfrm>
        <a:off x="4872600" y="1569600"/>
        <a:ext cx="1800000" cy="720000"/>
      </dsp:txXfrm>
    </dsp:sp>
    <dsp:sp modelId="{29D3B13B-ECA1-49E3-8076-1CBC46F5286F}">
      <dsp:nvSpPr>
        <dsp:cNvPr id="0" name=""/>
        <dsp:cNvSpPr/>
      </dsp:nvSpPr>
      <dsp:spPr>
        <a:xfrm>
          <a:off x="2051099" y="273959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B247CE-E40C-42D1-A20E-EC87671A9C86}">
      <dsp:nvSpPr>
        <dsp:cNvPr id="0" name=""/>
        <dsp:cNvSpPr/>
      </dsp:nvSpPr>
      <dsp:spPr>
        <a:xfrm>
          <a:off x="2285099" y="2973599"/>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4FEC66-428E-4279-B3B1-CC7002594182}">
      <dsp:nvSpPr>
        <dsp:cNvPr id="0" name=""/>
        <dsp:cNvSpPr/>
      </dsp:nvSpPr>
      <dsp:spPr>
        <a:xfrm>
          <a:off x="1700099" y="41796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Desarrollar habilidades en programación avanzada</a:t>
          </a:r>
        </a:p>
      </dsp:txBody>
      <dsp:txXfrm>
        <a:off x="1700099" y="4179600"/>
        <a:ext cx="1800000" cy="720000"/>
      </dsp:txXfrm>
    </dsp:sp>
    <dsp:sp modelId="{E8EA33AE-D5A9-4679-8A50-06F7E7701E5B}">
      <dsp:nvSpPr>
        <dsp:cNvPr id="0" name=""/>
        <dsp:cNvSpPr/>
      </dsp:nvSpPr>
      <dsp:spPr>
        <a:xfrm>
          <a:off x="4166100" y="273959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24FA87-F7C5-4816-B259-B9A8FC4F7619}">
      <dsp:nvSpPr>
        <dsp:cNvPr id="0" name=""/>
        <dsp:cNvSpPr/>
      </dsp:nvSpPr>
      <dsp:spPr>
        <a:xfrm>
          <a:off x="4400100" y="2973599"/>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AFA840-52AF-4DE9-85FC-4D286283D853}">
      <dsp:nvSpPr>
        <dsp:cNvPr id="0" name=""/>
        <dsp:cNvSpPr/>
      </dsp:nvSpPr>
      <dsp:spPr>
        <a:xfrm>
          <a:off x="3815100" y="41796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Crear aplicaciones web profesionales y responsivas</a:t>
          </a:r>
        </a:p>
      </dsp:txBody>
      <dsp:txXfrm>
        <a:off x="3815100" y="4179600"/>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3C0068-962D-4A98-A87B-2781892B463E}">
      <dsp:nvSpPr>
        <dsp:cNvPr id="0" name=""/>
        <dsp:cNvSpPr/>
      </dsp:nvSpPr>
      <dsp:spPr>
        <a:xfrm>
          <a:off x="0" y="280034"/>
          <a:ext cx="73152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 ¿Qué es JavaScript?</a:t>
          </a:r>
        </a:p>
      </dsp:txBody>
      <dsp:txXfrm>
        <a:off x="39809" y="319843"/>
        <a:ext cx="7235582" cy="735872"/>
      </dsp:txXfrm>
    </dsp:sp>
    <dsp:sp modelId="{FF0B36A9-BBAD-4462-84FF-DACBE345E85C}">
      <dsp:nvSpPr>
        <dsp:cNvPr id="0" name=""/>
        <dsp:cNvSpPr/>
      </dsp:nvSpPr>
      <dsp:spPr>
        <a:xfrm>
          <a:off x="0" y="1193444"/>
          <a:ext cx="73152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 Historia y evolución del lenguaje</a:t>
          </a:r>
        </a:p>
      </dsp:txBody>
      <dsp:txXfrm>
        <a:off x="39809" y="1233253"/>
        <a:ext cx="7235582" cy="735872"/>
      </dsp:txXfrm>
    </dsp:sp>
    <dsp:sp modelId="{D70D8F28-3585-48BA-8A10-4CEBB9A9CE2F}">
      <dsp:nvSpPr>
        <dsp:cNvPr id="0" name=""/>
        <dsp:cNvSpPr/>
      </dsp:nvSpPr>
      <dsp:spPr>
        <a:xfrm>
          <a:off x="0" y="2106854"/>
          <a:ext cx="73152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 JavaScript en navegadores modernos</a:t>
          </a:r>
        </a:p>
      </dsp:txBody>
      <dsp:txXfrm>
        <a:off x="39809" y="2146663"/>
        <a:ext cx="7235582" cy="735872"/>
      </dsp:txXfrm>
    </dsp:sp>
    <dsp:sp modelId="{C2A03854-9590-4DA3-B3F8-F4B0BD836263}">
      <dsp:nvSpPr>
        <dsp:cNvPr id="0" name=""/>
        <dsp:cNvSpPr/>
      </dsp:nvSpPr>
      <dsp:spPr>
        <a:xfrm>
          <a:off x="0" y="3020265"/>
          <a:ext cx="73152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 Primer programa: ¡Hola Mundo!</a:t>
          </a:r>
        </a:p>
      </dsp:txBody>
      <dsp:txXfrm>
        <a:off x="39809" y="3060074"/>
        <a:ext cx="7235582" cy="735872"/>
      </dsp:txXfrm>
    </dsp:sp>
    <dsp:sp modelId="{1C724F5E-B737-4B5F-A277-9BF8D1F3A5D3}">
      <dsp:nvSpPr>
        <dsp:cNvPr id="0" name=""/>
        <dsp:cNvSpPr/>
      </dsp:nvSpPr>
      <dsp:spPr>
        <a:xfrm>
          <a:off x="0" y="3933675"/>
          <a:ext cx="73152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 Consola de desarrollador</a:t>
          </a:r>
        </a:p>
      </dsp:txBody>
      <dsp:txXfrm>
        <a:off x="39809" y="3973484"/>
        <a:ext cx="7235582" cy="7358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E5165D-85BF-4C7D-A015-96F8F2CF6530}">
      <dsp:nvSpPr>
        <dsp:cNvPr id="0" name=""/>
        <dsp:cNvSpPr/>
      </dsp:nvSpPr>
      <dsp:spPr>
        <a:xfrm>
          <a:off x="2850356" y="1437"/>
          <a:ext cx="1614487" cy="1614487"/>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 Variables: var, let, const</a:t>
          </a:r>
        </a:p>
      </dsp:txBody>
      <dsp:txXfrm>
        <a:off x="3253978" y="1437"/>
        <a:ext cx="807243" cy="1331952"/>
      </dsp:txXfrm>
    </dsp:sp>
    <dsp:sp modelId="{8EB4809C-5BDE-49B6-B144-52C2C622CCF8}">
      <dsp:nvSpPr>
        <dsp:cNvPr id="0" name=""/>
        <dsp:cNvSpPr/>
      </dsp:nvSpPr>
      <dsp:spPr>
        <a:xfrm rot="3600000">
          <a:off x="4327725" y="854396"/>
          <a:ext cx="1614487" cy="1614487"/>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 Tipos de variables:</a:t>
          </a:r>
        </a:p>
      </dsp:txBody>
      <dsp:txXfrm rot="-5400000">
        <a:off x="4591334" y="1187384"/>
        <a:ext cx="1331952" cy="807243"/>
      </dsp:txXfrm>
    </dsp:sp>
    <dsp:sp modelId="{EFF9074C-810D-4656-B70A-FC4A42A96103}">
      <dsp:nvSpPr>
        <dsp:cNvPr id="0" name=""/>
        <dsp:cNvSpPr/>
      </dsp:nvSpPr>
      <dsp:spPr>
        <a:xfrm rot="7200000">
          <a:off x="4327725" y="2560315"/>
          <a:ext cx="1614487" cy="1614487"/>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 String, Number, Boolean</a:t>
          </a:r>
        </a:p>
      </dsp:txBody>
      <dsp:txXfrm rot="-5400000">
        <a:off x="4591334" y="3034570"/>
        <a:ext cx="1331952" cy="807243"/>
      </dsp:txXfrm>
    </dsp:sp>
    <dsp:sp modelId="{6B59829A-5EE8-4C63-AC7E-E9D30A984A4D}">
      <dsp:nvSpPr>
        <dsp:cNvPr id="0" name=""/>
        <dsp:cNvSpPr/>
      </dsp:nvSpPr>
      <dsp:spPr>
        <a:xfrm rot="10800000">
          <a:off x="2850356" y="3413274"/>
          <a:ext cx="1614487" cy="1614487"/>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 Array, Object, null, undefined</a:t>
          </a:r>
        </a:p>
      </dsp:txBody>
      <dsp:txXfrm rot="10800000">
        <a:off x="3253978" y="3695809"/>
        <a:ext cx="807243" cy="1331952"/>
      </dsp:txXfrm>
    </dsp:sp>
    <dsp:sp modelId="{A7A84455-FBF4-4682-9B5A-7A8A1C626D6A}">
      <dsp:nvSpPr>
        <dsp:cNvPr id="0" name=""/>
        <dsp:cNvSpPr/>
      </dsp:nvSpPr>
      <dsp:spPr>
        <a:xfrm rot="14400000">
          <a:off x="1372987" y="2560315"/>
          <a:ext cx="1614487" cy="1614487"/>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 Operadores aritméticos y lógicos</a:t>
          </a:r>
        </a:p>
      </dsp:txBody>
      <dsp:txXfrm rot="5400000">
        <a:off x="1391914" y="3034570"/>
        <a:ext cx="1331952" cy="807243"/>
      </dsp:txXfrm>
    </dsp:sp>
    <dsp:sp modelId="{DAAA76A3-47AF-42BA-BC5D-7DE16AF0D02D}">
      <dsp:nvSpPr>
        <dsp:cNvPr id="0" name=""/>
        <dsp:cNvSpPr/>
      </dsp:nvSpPr>
      <dsp:spPr>
        <a:xfrm rot="18000000">
          <a:off x="1372987" y="854396"/>
          <a:ext cx="1614487" cy="1614487"/>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 Conversión de tipos</a:t>
          </a:r>
        </a:p>
      </dsp:txBody>
      <dsp:txXfrm rot="5400000">
        <a:off x="1391914" y="1187384"/>
        <a:ext cx="1331952" cy="8072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934C93-E665-4DA9-9E42-16757A094755}">
      <dsp:nvSpPr>
        <dsp:cNvPr id="0" name=""/>
        <dsp:cNvSpPr/>
      </dsp:nvSpPr>
      <dsp:spPr>
        <a:xfrm>
          <a:off x="0" y="0"/>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1ECE63-BB7D-4ADD-A872-E0BACB735C52}">
      <dsp:nvSpPr>
        <dsp:cNvPr id="0" name=""/>
        <dsp:cNvSpPr/>
      </dsp:nvSpPr>
      <dsp:spPr>
        <a:xfrm>
          <a:off x="0" y="2455"/>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 Estructuras de control de flujo:</a:t>
          </a:r>
        </a:p>
      </dsp:txBody>
      <dsp:txXfrm>
        <a:off x="0" y="2455"/>
        <a:ext cx="7315200" cy="837381"/>
      </dsp:txXfrm>
    </dsp:sp>
    <dsp:sp modelId="{93497DE9-B5EA-4B8C-88C6-FC61381F6570}">
      <dsp:nvSpPr>
        <dsp:cNvPr id="0" name=""/>
        <dsp:cNvSpPr/>
      </dsp:nvSpPr>
      <dsp:spPr>
        <a:xfrm>
          <a:off x="0" y="839837"/>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ABC028-FC62-4C8E-832D-CC960171F290}">
      <dsp:nvSpPr>
        <dsp:cNvPr id="0" name=""/>
        <dsp:cNvSpPr/>
      </dsp:nvSpPr>
      <dsp:spPr>
        <a:xfrm>
          <a:off x="0" y="839837"/>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 if, else if, else</a:t>
          </a:r>
        </a:p>
      </dsp:txBody>
      <dsp:txXfrm>
        <a:off x="0" y="839837"/>
        <a:ext cx="7315200" cy="837381"/>
      </dsp:txXfrm>
    </dsp:sp>
    <dsp:sp modelId="{D2D706C1-3999-499A-BEBD-92D700BD1600}">
      <dsp:nvSpPr>
        <dsp:cNvPr id="0" name=""/>
        <dsp:cNvSpPr/>
      </dsp:nvSpPr>
      <dsp:spPr>
        <a:xfrm>
          <a:off x="0" y="1677218"/>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1692BD-5908-4AC0-9646-C79DD716F1DE}">
      <dsp:nvSpPr>
        <dsp:cNvPr id="0" name=""/>
        <dsp:cNvSpPr/>
      </dsp:nvSpPr>
      <dsp:spPr>
        <a:xfrm>
          <a:off x="0" y="1677218"/>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 switch</a:t>
          </a:r>
        </a:p>
      </dsp:txBody>
      <dsp:txXfrm>
        <a:off x="0" y="1677218"/>
        <a:ext cx="7315200" cy="837381"/>
      </dsp:txXfrm>
    </dsp:sp>
    <dsp:sp modelId="{C0637D9F-3E9F-4BB2-B3C3-684E11E6586C}">
      <dsp:nvSpPr>
        <dsp:cNvPr id="0" name=""/>
        <dsp:cNvSpPr/>
      </dsp:nvSpPr>
      <dsp:spPr>
        <a:xfrm>
          <a:off x="0" y="2514599"/>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D55F36-D275-4B70-B0A1-04BD05B1E4D9}">
      <dsp:nvSpPr>
        <dsp:cNvPr id="0" name=""/>
        <dsp:cNvSpPr/>
      </dsp:nvSpPr>
      <dsp:spPr>
        <a:xfrm>
          <a:off x="0" y="2514599"/>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 for, while, do...while</a:t>
          </a:r>
        </a:p>
      </dsp:txBody>
      <dsp:txXfrm>
        <a:off x="0" y="2514599"/>
        <a:ext cx="7315200" cy="837381"/>
      </dsp:txXfrm>
    </dsp:sp>
    <dsp:sp modelId="{76B5B874-4746-4355-8EF0-45EA20FA2D2D}">
      <dsp:nvSpPr>
        <dsp:cNvPr id="0" name=""/>
        <dsp:cNvSpPr/>
      </dsp:nvSpPr>
      <dsp:spPr>
        <a:xfrm>
          <a:off x="0" y="3351981"/>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933D75-34DC-43A5-944C-DDD29111D2A3}">
      <dsp:nvSpPr>
        <dsp:cNvPr id="0" name=""/>
        <dsp:cNvSpPr/>
      </dsp:nvSpPr>
      <dsp:spPr>
        <a:xfrm>
          <a:off x="0" y="3351981"/>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 Funciones y propiedades básicas</a:t>
          </a:r>
        </a:p>
      </dsp:txBody>
      <dsp:txXfrm>
        <a:off x="0" y="3351981"/>
        <a:ext cx="7315200" cy="837381"/>
      </dsp:txXfrm>
    </dsp:sp>
    <dsp:sp modelId="{36CDA07B-83FE-48D1-BB3D-660F42524830}">
      <dsp:nvSpPr>
        <dsp:cNvPr id="0" name=""/>
        <dsp:cNvSpPr/>
      </dsp:nvSpPr>
      <dsp:spPr>
        <a:xfrm>
          <a:off x="0" y="4189362"/>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0ADF3E-A585-4343-82FE-57CC29126295}">
      <dsp:nvSpPr>
        <dsp:cNvPr id="0" name=""/>
        <dsp:cNvSpPr/>
      </dsp:nvSpPr>
      <dsp:spPr>
        <a:xfrm>
          <a:off x="0" y="4189362"/>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endParaRPr lang="en-US" sz="3800" kern="1200" dirty="0"/>
        </a:p>
      </dsp:txBody>
      <dsp:txXfrm>
        <a:off x="0" y="4189362"/>
        <a:ext cx="7315200" cy="83738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F52E1B-4C17-45CF-BD44-97A5304EECC1}">
      <dsp:nvSpPr>
        <dsp:cNvPr id="0" name=""/>
        <dsp:cNvSpPr/>
      </dsp:nvSpPr>
      <dsp:spPr>
        <a:xfrm>
          <a:off x="0" y="60794"/>
          <a:ext cx="7315200" cy="7435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Funciones avanzadas</a:t>
          </a:r>
        </a:p>
      </dsp:txBody>
      <dsp:txXfrm>
        <a:off x="36296" y="97090"/>
        <a:ext cx="7242608" cy="670943"/>
      </dsp:txXfrm>
    </dsp:sp>
    <dsp:sp modelId="{11AE2749-6410-43DE-8CCE-25D09CF5A0F0}">
      <dsp:nvSpPr>
        <dsp:cNvPr id="0" name=""/>
        <dsp:cNvSpPr/>
      </dsp:nvSpPr>
      <dsp:spPr>
        <a:xfrm>
          <a:off x="0" y="893609"/>
          <a:ext cx="7315200" cy="7435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Ámbito de las variables (scope)</a:t>
          </a:r>
        </a:p>
      </dsp:txBody>
      <dsp:txXfrm>
        <a:off x="36296" y="929905"/>
        <a:ext cx="7242608" cy="670943"/>
      </dsp:txXfrm>
    </dsp:sp>
    <dsp:sp modelId="{AFDA8497-62F0-4040-AF64-7EEA1C27E05B}">
      <dsp:nvSpPr>
        <dsp:cNvPr id="0" name=""/>
        <dsp:cNvSpPr/>
      </dsp:nvSpPr>
      <dsp:spPr>
        <a:xfrm>
          <a:off x="0" y="1726424"/>
          <a:ext cx="7315200" cy="7435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Sentencias break y continue</a:t>
          </a:r>
        </a:p>
      </dsp:txBody>
      <dsp:txXfrm>
        <a:off x="36296" y="1762720"/>
        <a:ext cx="7242608" cy="670943"/>
      </dsp:txXfrm>
    </dsp:sp>
    <dsp:sp modelId="{61A78698-F180-4C79-B882-F73BE0937C25}">
      <dsp:nvSpPr>
        <dsp:cNvPr id="0" name=""/>
        <dsp:cNvSpPr/>
      </dsp:nvSpPr>
      <dsp:spPr>
        <a:xfrm>
          <a:off x="0" y="2559239"/>
          <a:ext cx="7315200" cy="7435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Otras estructuras de control</a:t>
          </a:r>
        </a:p>
      </dsp:txBody>
      <dsp:txXfrm>
        <a:off x="36296" y="2595535"/>
        <a:ext cx="7242608" cy="670943"/>
      </dsp:txXfrm>
    </dsp:sp>
    <dsp:sp modelId="{0567C5CF-0B48-48A1-ABC3-185FAF00BA85}">
      <dsp:nvSpPr>
        <dsp:cNvPr id="0" name=""/>
        <dsp:cNvSpPr/>
      </dsp:nvSpPr>
      <dsp:spPr>
        <a:xfrm>
          <a:off x="0" y="3392055"/>
          <a:ext cx="7315200" cy="7435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Closures y callbacks</a:t>
          </a:r>
        </a:p>
      </dsp:txBody>
      <dsp:txXfrm>
        <a:off x="36296" y="3428351"/>
        <a:ext cx="7242608" cy="670943"/>
      </dsp:txXfrm>
    </dsp:sp>
    <dsp:sp modelId="{4743B2A7-420D-4A05-AA96-FDD5388D1E5B}">
      <dsp:nvSpPr>
        <dsp:cNvPr id="0" name=""/>
        <dsp:cNvSpPr/>
      </dsp:nvSpPr>
      <dsp:spPr>
        <a:xfrm>
          <a:off x="0" y="4224870"/>
          <a:ext cx="7315200" cy="7435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Funciones de orden superior</a:t>
          </a:r>
        </a:p>
      </dsp:txBody>
      <dsp:txXfrm>
        <a:off x="36296" y="4261166"/>
        <a:ext cx="7242608" cy="67094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9E22C9-07F1-4A99-9E71-3092151FEEA5}">
      <dsp:nvSpPr>
        <dsp:cNvPr id="0" name=""/>
        <dsp:cNvSpPr/>
      </dsp:nvSpPr>
      <dsp:spPr>
        <a:xfrm>
          <a:off x="4292220" y="10175"/>
          <a:ext cx="1028699" cy="1028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 Árbol de nodos del DOM</a:t>
          </a:r>
        </a:p>
      </dsp:txBody>
      <dsp:txXfrm>
        <a:off x="4292220" y="10175"/>
        <a:ext cx="1028699" cy="1028699"/>
      </dsp:txXfrm>
    </dsp:sp>
    <dsp:sp modelId="{D56A5BEF-934A-49EF-BB53-D3D470CFC07B}">
      <dsp:nvSpPr>
        <dsp:cNvPr id="0" name=""/>
        <dsp:cNvSpPr/>
      </dsp:nvSpPr>
      <dsp:spPr>
        <a:xfrm>
          <a:off x="1142346" y="-653"/>
          <a:ext cx="5030506" cy="5030506"/>
        </a:xfrm>
        <a:prstGeom prst="circularArrow">
          <a:avLst>
            <a:gd name="adj1" fmla="val 3988"/>
            <a:gd name="adj2" fmla="val 250134"/>
            <a:gd name="adj3" fmla="val 20573818"/>
            <a:gd name="adj4" fmla="val 18982301"/>
            <a:gd name="adj5" fmla="val 465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8D5B23-E0C3-4E16-8244-35DBBEC9CD81}">
      <dsp:nvSpPr>
        <dsp:cNvPr id="0" name=""/>
        <dsp:cNvSpPr/>
      </dsp:nvSpPr>
      <dsp:spPr>
        <a:xfrm>
          <a:off x="5441190" y="2000250"/>
          <a:ext cx="1028699" cy="1028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 Tipos de nodos</a:t>
          </a:r>
        </a:p>
      </dsp:txBody>
      <dsp:txXfrm>
        <a:off x="5441190" y="2000250"/>
        <a:ext cx="1028699" cy="1028699"/>
      </dsp:txXfrm>
    </dsp:sp>
    <dsp:sp modelId="{9705D803-A3EF-4C41-B483-6517BEAF1BA9}">
      <dsp:nvSpPr>
        <dsp:cNvPr id="0" name=""/>
        <dsp:cNvSpPr/>
      </dsp:nvSpPr>
      <dsp:spPr>
        <a:xfrm>
          <a:off x="1142346" y="-653"/>
          <a:ext cx="5030506" cy="5030506"/>
        </a:xfrm>
        <a:prstGeom prst="circularArrow">
          <a:avLst>
            <a:gd name="adj1" fmla="val 3988"/>
            <a:gd name="adj2" fmla="val 250134"/>
            <a:gd name="adj3" fmla="val 2367565"/>
            <a:gd name="adj4" fmla="val 776048"/>
            <a:gd name="adj5" fmla="val 465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9F5E81-0911-4626-AD71-EBC5BEF5C5E5}">
      <dsp:nvSpPr>
        <dsp:cNvPr id="0" name=""/>
        <dsp:cNvSpPr/>
      </dsp:nvSpPr>
      <dsp:spPr>
        <a:xfrm>
          <a:off x="4292220" y="3990324"/>
          <a:ext cx="1028699" cy="1028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 Acceso directo a los nodos</a:t>
          </a:r>
        </a:p>
      </dsp:txBody>
      <dsp:txXfrm>
        <a:off x="4292220" y="3990324"/>
        <a:ext cx="1028699" cy="1028699"/>
      </dsp:txXfrm>
    </dsp:sp>
    <dsp:sp modelId="{C63967EE-97C9-4347-A8AD-B29B9587D44B}">
      <dsp:nvSpPr>
        <dsp:cNvPr id="0" name=""/>
        <dsp:cNvSpPr/>
      </dsp:nvSpPr>
      <dsp:spPr>
        <a:xfrm>
          <a:off x="1142346" y="-653"/>
          <a:ext cx="5030506" cy="5030506"/>
        </a:xfrm>
        <a:prstGeom prst="circularArrow">
          <a:avLst>
            <a:gd name="adj1" fmla="val 3988"/>
            <a:gd name="adj2" fmla="val 250134"/>
            <a:gd name="adj3" fmla="val 6111768"/>
            <a:gd name="adj4" fmla="val 4438098"/>
            <a:gd name="adj5" fmla="val 465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4A296A-97B1-4C50-933F-1F4B12BA2E7A}">
      <dsp:nvSpPr>
        <dsp:cNvPr id="0" name=""/>
        <dsp:cNvSpPr/>
      </dsp:nvSpPr>
      <dsp:spPr>
        <a:xfrm>
          <a:off x="1994279" y="3990324"/>
          <a:ext cx="1028699" cy="1028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 Creación y eliminación de elementos</a:t>
          </a:r>
        </a:p>
      </dsp:txBody>
      <dsp:txXfrm>
        <a:off x="1994279" y="3990324"/>
        <a:ext cx="1028699" cy="1028699"/>
      </dsp:txXfrm>
    </dsp:sp>
    <dsp:sp modelId="{997936CA-1126-44B3-A988-0C4A6ABC45C7}">
      <dsp:nvSpPr>
        <dsp:cNvPr id="0" name=""/>
        <dsp:cNvSpPr/>
      </dsp:nvSpPr>
      <dsp:spPr>
        <a:xfrm>
          <a:off x="1142346" y="-653"/>
          <a:ext cx="5030506" cy="5030506"/>
        </a:xfrm>
        <a:prstGeom prst="circularArrow">
          <a:avLst>
            <a:gd name="adj1" fmla="val 3988"/>
            <a:gd name="adj2" fmla="val 250134"/>
            <a:gd name="adj3" fmla="val 9773818"/>
            <a:gd name="adj4" fmla="val 8182301"/>
            <a:gd name="adj5" fmla="val 465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3B933C-9568-4F8D-9053-471B5AA611EF}">
      <dsp:nvSpPr>
        <dsp:cNvPr id="0" name=""/>
        <dsp:cNvSpPr/>
      </dsp:nvSpPr>
      <dsp:spPr>
        <a:xfrm>
          <a:off x="845309" y="2000250"/>
          <a:ext cx="1028699" cy="1028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a:t>
          </a:r>
          <a:r>
            <a:rPr lang="en-US" sz="1400" kern="1200" dirty="0" err="1"/>
            <a:t>Acceso</a:t>
          </a:r>
          <a:r>
            <a:rPr lang="en-US" sz="1400" kern="1200" dirty="0"/>
            <a:t> y </a:t>
          </a:r>
          <a:r>
            <a:rPr lang="en-US" sz="1400" kern="1200" dirty="0" err="1"/>
            <a:t>modificación</a:t>
          </a:r>
          <a:r>
            <a:rPr lang="en-US" sz="1400" kern="1200" dirty="0"/>
            <a:t> de </a:t>
          </a:r>
          <a:r>
            <a:rPr lang="en-US" sz="1400" kern="1200" dirty="0" err="1"/>
            <a:t>atributos</a:t>
          </a:r>
          <a:r>
            <a:rPr lang="en-US" sz="1400" kern="1200" dirty="0"/>
            <a:t> HTML</a:t>
          </a:r>
        </a:p>
      </dsp:txBody>
      <dsp:txXfrm>
        <a:off x="845309" y="2000250"/>
        <a:ext cx="1028699" cy="1028699"/>
      </dsp:txXfrm>
    </dsp:sp>
    <dsp:sp modelId="{053F3296-C2A5-4B12-BCF3-3FB164CA2C84}">
      <dsp:nvSpPr>
        <dsp:cNvPr id="0" name=""/>
        <dsp:cNvSpPr/>
      </dsp:nvSpPr>
      <dsp:spPr>
        <a:xfrm>
          <a:off x="1142346" y="-653"/>
          <a:ext cx="5030506" cy="5030506"/>
        </a:xfrm>
        <a:prstGeom prst="circularArrow">
          <a:avLst>
            <a:gd name="adj1" fmla="val 3988"/>
            <a:gd name="adj2" fmla="val 250134"/>
            <a:gd name="adj3" fmla="val 13167565"/>
            <a:gd name="adj4" fmla="val 11576048"/>
            <a:gd name="adj5" fmla="val 465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EEF7DF-32A5-485A-8840-759FCF597F9E}">
      <dsp:nvSpPr>
        <dsp:cNvPr id="0" name=""/>
        <dsp:cNvSpPr/>
      </dsp:nvSpPr>
      <dsp:spPr>
        <a:xfrm>
          <a:off x="1994279" y="10175"/>
          <a:ext cx="1028699" cy="1028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 Manipulación dinámica del HTML</a:t>
          </a:r>
        </a:p>
      </dsp:txBody>
      <dsp:txXfrm>
        <a:off x="1994279" y="10175"/>
        <a:ext cx="1028699" cy="1028699"/>
      </dsp:txXfrm>
    </dsp:sp>
    <dsp:sp modelId="{D2C6B2AC-4BDD-46E6-9740-D484D4137919}">
      <dsp:nvSpPr>
        <dsp:cNvPr id="0" name=""/>
        <dsp:cNvSpPr/>
      </dsp:nvSpPr>
      <dsp:spPr>
        <a:xfrm>
          <a:off x="1142346" y="-653"/>
          <a:ext cx="5030506" cy="5030506"/>
        </a:xfrm>
        <a:prstGeom prst="circularArrow">
          <a:avLst>
            <a:gd name="adj1" fmla="val 3988"/>
            <a:gd name="adj2" fmla="val 250134"/>
            <a:gd name="adj3" fmla="val 16911768"/>
            <a:gd name="adj4" fmla="val 15238098"/>
            <a:gd name="adj5" fmla="val 4652"/>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70B134-42E6-49F9-804A-4C7E4805333C}">
      <dsp:nvSpPr>
        <dsp:cNvPr id="0" name=""/>
        <dsp:cNvSpPr/>
      </dsp:nvSpPr>
      <dsp:spPr>
        <a:xfrm>
          <a:off x="0" y="2455"/>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2BCBE5-A572-4433-B2AC-78199C07E93B}">
      <dsp:nvSpPr>
        <dsp:cNvPr id="0" name=""/>
        <dsp:cNvSpPr/>
      </dsp:nvSpPr>
      <dsp:spPr>
        <a:xfrm>
          <a:off x="0" y="2455"/>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 Modelos de eventos</a:t>
          </a:r>
        </a:p>
      </dsp:txBody>
      <dsp:txXfrm>
        <a:off x="0" y="2455"/>
        <a:ext cx="7315200" cy="837381"/>
      </dsp:txXfrm>
    </dsp:sp>
    <dsp:sp modelId="{7ACB761A-2054-44CB-96F1-59F58F001A1A}">
      <dsp:nvSpPr>
        <dsp:cNvPr id="0" name=""/>
        <dsp:cNvSpPr/>
      </dsp:nvSpPr>
      <dsp:spPr>
        <a:xfrm>
          <a:off x="0" y="839837"/>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922412-6248-4B52-960E-9F7BF43916ED}">
      <dsp:nvSpPr>
        <dsp:cNvPr id="0" name=""/>
        <dsp:cNvSpPr/>
      </dsp:nvSpPr>
      <dsp:spPr>
        <a:xfrm>
          <a:off x="0" y="839837"/>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 Modelo básico de eventos</a:t>
          </a:r>
        </a:p>
      </dsp:txBody>
      <dsp:txXfrm>
        <a:off x="0" y="839837"/>
        <a:ext cx="7315200" cy="837381"/>
      </dsp:txXfrm>
    </dsp:sp>
    <dsp:sp modelId="{D4B70898-B4B1-41B9-B527-647243ABB37C}">
      <dsp:nvSpPr>
        <dsp:cNvPr id="0" name=""/>
        <dsp:cNvSpPr/>
      </dsp:nvSpPr>
      <dsp:spPr>
        <a:xfrm>
          <a:off x="0" y="1677218"/>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40B41A-E287-4339-BFBE-A11FDB36269E}">
      <dsp:nvSpPr>
        <dsp:cNvPr id="0" name=""/>
        <dsp:cNvSpPr/>
      </dsp:nvSpPr>
      <dsp:spPr>
        <a:xfrm>
          <a:off x="0" y="1677218"/>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 Event listeners</a:t>
          </a:r>
        </a:p>
      </dsp:txBody>
      <dsp:txXfrm>
        <a:off x="0" y="1677218"/>
        <a:ext cx="7315200" cy="837381"/>
      </dsp:txXfrm>
    </dsp:sp>
    <dsp:sp modelId="{72A6DE4A-A00B-41B3-A7AB-E9A5EC66461E}">
      <dsp:nvSpPr>
        <dsp:cNvPr id="0" name=""/>
        <dsp:cNvSpPr/>
      </dsp:nvSpPr>
      <dsp:spPr>
        <a:xfrm>
          <a:off x="0" y="2514599"/>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DEFB8B-EC39-4CA1-A662-95B62D62D43C}">
      <dsp:nvSpPr>
        <dsp:cNvPr id="0" name=""/>
        <dsp:cNvSpPr/>
      </dsp:nvSpPr>
      <dsp:spPr>
        <a:xfrm>
          <a:off x="0" y="2514599"/>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 Objeto event</a:t>
          </a:r>
        </a:p>
      </dsp:txBody>
      <dsp:txXfrm>
        <a:off x="0" y="2514599"/>
        <a:ext cx="7315200" cy="837381"/>
      </dsp:txXfrm>
    </dsp:sp>
    <dsp:sp modelId="{FD445503-E3D3-4170-ABB8-50858C57B8A6}">
      <dsp:nvSpPr>
        <dsp:cNvPr id="0" name=""/>
        <dsp:cNvSpPr/>
      </dsp:nvSpPr>
      <dsp:spPr>
        <a:xfrm>
          <a:off x="0" y="3351981"/>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7C5F56-35AE-4F7C-B46B-A5A7ECF011CD}">
      <dsp:nvSpPr>
        <dsp:cNvPr id="0" name=""/>
        <dsp:cNvSpPr/>
      </dsp:nvSpPr>
      <dsp:spPr>
        <a:xfrm>
          <a:off x="0" y="3351981"/>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 Obteniendo información del evento</a:t>
          </a:r>
        </a:p>
      </dsp:txBody>
      <dsp:txXfrm>
        <a:off x="0" y="3351981"/>
        <a:ext cx="7315200" cy="837381"/>
      </dsp:txXfrm>
    </dsp:sp>
    <dsp:sp modelId="{1A0A1803-12F7-4975-9BCD-9F33AFAB41E9}">
      <dsp:nvSpPr>
        <dsp:cNvPr id="0" name=""/>
        <dsp:cNvSpPr/>
      </dsp:nvSpPr>
      <dsp:spPr>
        <a:xfrm>
          <a:off x="0" y="4189362"/>
          <a:ext cx="7315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721461-10D7-49BD-9244-3BEA7DD0BA53}">
      <dsp:nvSpPr>
        <dsp:cNvPr id="0" name=""/>
        <dsp:cNvSpPr/>
      </dsp:nvSpPr>
      <dsp:spPr>
        <a:xfrm>
          <a:off x="0" y="4189362"/>
          <a:ext cx="73152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 Eventos de mouse, teclado y formulario</a:t>
          </a:r>
        </a:p>
      </dsp:txBody>
      <dsp:txXfrm>
        <a:off x="0" y="4189362"/>
        <a:ext cx="7315200" cy="83738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05F0A0-AA0D-40CB-9048-59FF93F70B34}">
      <dsp:nvSpPr>
        <dsp:cNvPr id="0" name=""/>
        <dsp:cNvSpPr/>
      </dsp:nvSpPr>
      <dsp:spPr>
        <a:xfrm>
          <a:off x="0" y="0"/>
          <a:ext cx="7315200" cy="6932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01472D-2F82-4225-85B2-17AA7ED6DBD7}">
      <dsp:nvSpPr>
        <dsp:cNvPr id="0" name=""/>
        <dsp:cNvSpPr/>
      </dsp:nvSpPr>
      <dsp:spPr>
        <a:xfrm>
          <a:off x="209703" y="157604"/>
          <a:ext cx="381278" cy="3812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66CB2D-D560-499A-A307-4F2374724FC4}">
      <dsp:nvSpPr>
        <dsp:cNvPr id="0" name=""/>
        <dsp:cNvSpPr/>
      </dsp:nvSpPr>
      <dsp:spPr>
        <a:xfrm>
          <a:off x="800685" y="1626"/>
          <a:ext cx="6514514" cy="69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367" tIns="73367" rIns="73367" bIns="73367" numCol="1" spcCol="1270" anchor="ctr" anchorCtr="0">
          <a:noAutofit/>
        </a:bodyPr>
        <a:lstStyle/>
        <a:p>
          <a:pPr marL="0" lvl="0" indent="0" algn="l" defTabSz="844550">
            <a:lnSpc>
              <a:spcPct val="100000"/>
            </a:lnSpc>
            <a:spcBef>
              <a:spcPct val="0"/>
            </a:spcBef>
            <a:spcAft>
              <a:spcPct val="35000"/>
            </a:spcAft>
            <a:buNone/>
          </a:pPr>
          <a:r>
            <a:rPr lang="en-US" sz="1900" kern="1200"/>
            <a:t>• Propiedades básicas de formularios</a:t>
          </a:r>
        </a:p>
      </dsp:txBody>
      <dsp:txXfrm>
        <a:off x="800685" y="1626"/>
        <a:ext cx="6514514" cy="693233"/>
      </dsp:txXfrm>
    </dsp:sp>
    <dsp:sp modelId="{6AF30A57-2EEE-4051-A2B1-A88A748556A8}">
      <dsp:nvSpPr>
        <dsp:cNvPr id="0" name=""/>
        <dsp:cNvSpPr/>
      </dsp:nvSpPr>
      <dsp:spPr>
        <a:xfrm>
          <a:off x="0" y="868169"/>
          <a:ext cx="7315200" cy="6932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51F67F-E34B-481E-BC96-91278CA82EC3}">
      <dsp:nvSpPr>
        <dsp:cNvPr id="0" name=""/>
        <dsp:cNvSpPr/>
      </dsp:nvSpPr>
      <dsp:spPr>
        <a:xfrm>
          <a:off x="209703" y="1024146"/>
          <a:ext cx="381278" cy="3812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6DF9A5-5175-4486-8669-89C926E5FBC8}">
      <dsp:nvSpPr>
        <dsp:cNvPr id="0" name=""/>
        <dsp:cNvSpPr/>
      </dsp:nvSpPr>
      <dsp:spPr>
        <a:xfrm>
          <a:off x="800685" y="868169"/>
          <a:ext cx="6514514" cy="69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367" tIns="73367" rIns="73367" bIns="73367" numCol="1" spcCol="1270" anchor="ctr" anchorCtr="0">
          <a:noAutofit/>
        </a:bodyPr>
        <a:lstStyle/>
        <a:p>
          <a:pPr marL="0" lvl="0" indent="0" algn="l" defTabSz="844550">
            <a:lnSpc>
              <a:spcPct val="100000"/>
            </a:lnSpc>
            <a:spcBef>
              <a:spcPct val="0"/>
            </a:spcBef>
            <a:spcAft>
              <a:spcPct val="35000"/>
            </a:spcAft>
            <a:buNone/>
          </a:pPr>
          <a:r>
            <a:rPr lang="en-US" sz="1900" kern="1200"/>
            <a:t>• Acceso a elementos del formulario</a:t>
          </a:r>
        </a:p>
      </dsp:txBody>
      <dsp:txXfrm>
        <a:off x="800685" y="868169"/>
        <a:ext cx="6514514" cy="693233"/>
      </dsp:txXfrm>
    </dsp:sp>
    <dsp:sp modelId="{D8640F04-25F1-41C3-9E2A-D27273B64D04}">
      <dsp:nvSpPr>
        <dsp:cNvPr id="0" name=""/>
        <dsp:cNvSpPr/>
      </dsp:nvSpPr>
      <dsp:spPr>
        <a:xfrm>
          <a:off x="0" y="1734711"/>
          <a:ext cx="7315200" cy="6932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CC29E9-A21C-4ABD-8739-6C8FBE5A1668}">
      <dsp:nvSpPr>
        <dsp:cNvPr id="0" name=""/>
        <dsp:cNvSpPr/>
      </dsp:nvSpPr>
      <dsp:spPr>
        <a:xfrm>
          <a:off x="209703" y="1890689"/>
          <a:ext cx="381278" cy="3812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402270-9B5D-4744-A594-F634030B7119}">
      <dsp:nvSpPr>
        <dsp:cNvPr id="0" name=""/>
        <dsp:cNvSpPr/>
      </dsp:nvSpPr>
      <dsp:spPr>
        <a:xfrm>
          <a:off x="800685" y="1734711"/>
          <a:ext cx="6514514" cy="69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367" tIns="73367" rIns="73367" bIns="73367" numCol="1" spcCol="1270" anchor="ctr" anchorCtr="0">
          <a:noAutofit/>
        </a:bodyPr>
        <a:lstStyle/>
        <a:p>
          <a:pPr marL="0" lvl="0" indent="0" algn="l" defTabSz="844550">
            <a:lnSpc>
              <a:spcPct val="100000"/>
            </a:lnSpc>
            <a:spcBef>
              <a:spcPct val="0"/>
            </a:spcBef>
            <a:spcAft>
              <a:spcPct val="35000"/>
            </a:spcAft>
            <a:buNone/>
          </a:pPr>
          <a:r>
            <a:rPr lang="en-US" sz="1900" kern="1200"/>
            <a:t>• Utilidades básicas</a:t>
          </a:r>
        </a:p>
      </dsp:txBody>
      <dsp:txXfrm>
        <a:off x="800685" y="1734711"/>
        <a:ext cx="6514514" cy="693233"/>
      </dsp:txXfrm>
    </dsp:sp>
    <dsp:sp modelId="{50FEBE0D-2671-4842-A85E-735CFA65918F}">
      <dsp:nvSpPr>
        <dsp:cNvPr id="0" name=""/>
        <dsp:cNvSpPr/>
      </dsp:nvSpPr>
      <dsp:spPr>
        <a:xfrm>
          <a:off x="0" y="2601254"/>
          <a:ext cx="7315200" cy="6932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978C24-D06C-473E-B0B5-8FE715F0BB87}">
      <dsp:nvSpPr>
        <dsp:cNvPr id="0" name=""/>
        <dsp:cNvSpPr/>
      </dsp:nvSpPr>
      <dsp:spPr>
        <a:xfrm>
          <a:off x="209703" y="2757231"/>
          <a:ext cx="381278" cy="3812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0D49F9-5BC6-4BC8-BC1D-6B3860F5AA1F}">
      <dsp:nvSpPr>
        <dsp:cNvPr id="0" name=""/>
        <dsp:cNvSpPr/>
      </dsp:nvSpPr>
      <dsp:spPr>
        <a:xfrm>
          <a:off x="800685" y="2601254"/>
          <a:ext cx="6514514" cy="69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367" tIns="73367" rIns="73367" bIns="73367" numCol="1" spcCol="1270" anchor="ctr" anchorCtr="0">
          <a:noAutofit/>
        </a:bodyPr>
        <a:lstStyle/>
        <a:p>
          <a:pPr marL="0" lvl="0" indent="0" algn="l" defTabSz="844550">
            <a:lnSpc>
              <a:spcPct val="100000"/>
            </a:lnSpc>
            <a:spcBef>
              <a:spcPct val="0"/>
            </a:spcBef>
            <a:spcAft>
              <a:spcPct val="35000"/>
            </a:spcAft>
            <a:buNone/>
          </a:pPr>
          <a:r>
            <a:rPr lang="en-US" sz="1900" kern="1200"/>
            <a:t>• Validación de formularios</a:t>
          </a:r>
        </a:p>
      </dsp:txBody>
      <dsp:txXfrm>
        <a:off x="800685" y="2601254"/>
        <a:ext cx="6514514" cy="693233"/>
      </dsp:txXfrm>
    </dsp:sp>
    <dsp:sp modelId="{BD624640-5CD9-4ED2-B976-BBDF87B8BD29}">
      <dsp:nvSpPr>
        <dsp:cNvPr id="0" name=""/>
        <dsp:cNvSpPr/>
      </dsp:nvSpPr>
      <dsp:spPr>
        <a:xfrm>
          <a:off x="0" y="3467796"/>
          <a:ext cx="7315200" cy="6932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D151D0-7701-465F-BBD2-47A2EECA0FD9}">
      <dsp:nvSpPr>
        <dsp:cNvPr id="0" name=""/>
        <dsp:cNvSpPr/>
      </dsp:nvSpPr>
      <dsp:spPr>
        <a:xfrm>
          <a:off x="209703" y="3623774"/>
          <a:ext cx="381278" cy="3812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E15E1C-C88C-48F5-A723-D1523E5D55BE}">
      <dsp:nvSpPr>
        <dsp:cNvPr id="0" name=""/>
        <dsp:cNvSpPr/>
      </dsp:nvSpPr>
      <dsp:spPr>
        <a:xfrm>
          <a:off x="800685" y="3467796"/>
          <a:ext cx="6514514" cy="69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367" tIns="73367" rIns="73367" bIns="73367" numCol="1" spcCol="1270" anchor="ctr" anchorCtr="0">
          <a:noAutofit/>
        </a:bodyPr>
        <a:lstStyle/>
        <a:p>
          <a:pPr marL="0" lvl="0" indent="0" algn="l" defTabSz="844550">
            <a:lnSpc>
              <a:spcPct val="100000"/>
            </a:lnSpc>
            <a:spcBef>
              <a:spcPct val="0"/>
            </a:spcBef>
            <a:spcAft>
              <a:spcPct val="35000"/>
            </a:spcAft>
            <a:buNone/>
          </a:pPr>
          <a:r>
            <a:rPr lang="en-US" sz="1900" kern="1200"/>
            <a:t>• Envío y procesamiento de datos</a:t>
          </a:r>
        </a:p>
      </dsp:txBody>
      <dsp:txXfrm>
        <a:off x="800685" y="3467796"/>
        <a:ext cx="6514514" cy="693233"/>
      </dsp:txXfrm>
    </dsp:sp>
    <dsp:sp modelId="{EBEBB9D5-E850-4C9B-B886-DC1CACAD3C84}">
      <dsp:nvSpPr>
        <dsp:cNvPr id="0" name=""/>
        <dsp:cNvSpPr/>
      </dsp:nvSpPr>
      <dsp:spPr>
        <a:xfrm>
          <a:off x="0" y="4334339"/>
          <a:ext cx="7315200" cy="6932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B97B17-92E6-4055-9D42-B2525DFE73EE}">
      <dsp:nvSpPr>
        <dsp:cNvPr id="0" name=""/>
        <dsp:cNvSpPr/>
      </dsp:nvSpPr>
      <dsp:spPr>
        <a:xfrm>
          <a:off x="209703" y="4490316"/>
          <a:ext cx="381278" cy="3812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843C1E-F004-47D5-83F0-8403752CC3D1}">
      <dsp:nvSpPr>
        <dsp:cNvPr id="0" name=""/>
        <dsp:cNvSpPr/>
      </dsp:nvSpPr>
      <dsp:spPr>
        <a:xfrm>
          <a:off x="800685" y="4334339"/>
          <a:ext cx="6514514" cy="69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367" tIns="73367" rIns="73367" bIns="73367" numCol="1" spcCol="1270" anchor="ctr" anchorCtr="0">
          <a:noAutofit/>
        </a:bodyPr>
        <a:lstStyle/>
        <a:p>
          <a:pPr marL="0" lvl="0" indent="0" algn="l" defTabSz="844550">
            <a:lnSpc>
              <a:spcPct val="100000"/>
            </a:lnSpc>
            <a:spcBef>
              <a:spcPct val="0"/>
            </a:spcBef>
            <a:spcAft>
              <a:spcPct val="35000"/>
            </a:spcAft>
            <a:buNone/>
          </a:pPr>
          <a:r>
            <a:rPr lang="en-US" sz="1900" kern="1200"/>
            <a:t>• Mejora de la experiencia del usuario</a:t>
          </a:r>
        </a:p>
      </dsp:txBody>
      <dsp:txXfrm>
        <a:off x="800685" y="4334339"/>
        <a:ext cx="6514514" cy="69323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E25DE6-4190-4E2A-878E-ADAE67F9DBF1}">
      <dsp:nvSpPr>
        <dsp:cNvPr id="0" name=""/>
        <dsp:cNvSpPr/>
      </dsp:nvSpPr>
      <dsp:spPr>
        <a:xfrm>
          <a:off x="892" y="886930"/>
          <a:ext cx="1012626" cy="6430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465AB0-14C0-4207-A8C0-AC8B2578FDEC}">
      <dsp:nvSpPr>
        <dsp:cNvPr id="0" name=""/>
        <dsp:cNvSpPr/>
      </dsp:nvSpPr>
      <dsp:spPr>
        <a:xfrm>
          <a:off x="113407" y="993819"/>
          <a:ext cx="1012626" cy="64301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Relojes y contadores</a:t>
          </a:r>
        </a:p>
      </dsp:txBody>
      <dsp:txXfrm>
        <a:off x="132240" y="1012652"/>
        <a:ext cx="974960" cy="605351"/>
      </dsp:txXfrm>
    </dsp:sp>
    <dsp:sp modelId="{42E44F3F-9297-497B-8444-6D65C096F9A3}">
      <dsp:nvSpPr>
        <dsp:cNvPr id="0" name=""/>
        <dsp:cNvSpPr/>
      </dsp:nvSpPr>
      <dsp:spPr>
        <a:xfrm>
          <a:off x="1238547" y="886930"/>
          <a:ext cx="1012626" cy="6430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DB97AF-24F6-40E4-9A38-E87F8D94ED59}">
      <dsp:nvSpPr>
        <dsp:cNvPr id="0" name=""/>
        <dsp:cNvSpPr/>
      </dsp:nvSpPr>
      <dsp:spPr>
        <a:xfrm>
          <a:off x="1351061" y="993819"/>
          <a:ext cx="1012626" cy="64301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Intervalos y timeouts</a:t>
          </a:r>
        </a:p>
      </dsp:txBody>
      <dsp:txXfrm>
        <a:off x="1369894" y="1012652"/>
        <a:ext cx="974960" cy="605351"/>
      </dsp:txXfrm>
    </dsp:sp>
    <dsp:sp modelId="{491C2A45-7DFA-4A15-B899-C638B71121C3}">
      <dsp:nvSpPr>
        <dsp:cNvPr id="0" name=""/>
        <dsp:cNvSpPr/>
      </dsp:nvSpPr>
      <dsp:spPr>
        <a:xfrm>
          <a:off x="2476202" y="886930"/>
          <a:ext cx="1012626" cy="6430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C99EB7-7C42-4339-A322-91FC1F29730B}">
      <dsp:nvSpPr>
        <dsp:cNvPr id="0" name=""/>
        <dsp:cNvSpPr/>
      </dsp:nvSpPr>
      <dsp:spPr>
        <a:xfrm>
          <a:off x="2588716" y="993819"/>
          <a:ext cx="1012626" cy="64301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Diálogos: alert, confirm, prompt</a:t>
          </a:r>
        </a:p>
      </dsp:txBody>
      <dsp:txXfrm>
        <a:off x="2607549" y="1012652"/>
        <a:ext cx="974960" cy="605351"/>
      </dsp:txXfrm>
    </dsp:sp>
    <dsp:sp modelId="{566665B2-F7A6-4FFD-9753-BFA5DF8BA393}">
      <dsp:nvSpPr>
        <dsp:cNvPr id="0" name=""/>
        <dsp:cNvSpPr/>
      </dsp:nvSpPr>
      <dsp:spPr>
        <a:xfrm>
          <a:off x="3713857" y="886930"/>
          <a:ext cx="1012626" cy="6430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E216E4-ED39-4BE2-9C6B-001102A7C1B9}">
      <dsp:nvSpPr>
        <dsp:cNvPr id="0" name=""/>
        <dsp:cNvSpPr/>
      </dsp:nvSpPr>
      <dsp:spPr>
        <a:xfrm>
          <a:off x="3826371" y="993819"/>
          <a:ext cx="1012626" cy="64301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Galerías de imágenes</a:t>
          </a:r>
        </a:p>
      </dsp:txBody>
      <dsp:txXfrm>
        <a:off x="3845204" y="1012652"/>
        <a:ext cx="974960" cy="605351"/>
      </dsp:txXfrm>
    </dsp:sp>
    <dsp:sp modelId="{7487C40C-1458-4B74-A56C-9D0CFD45A227}">
      <dsp:nvSpPr>
        <dsp:cNvPr id="0" name=""/>
        <dsp:cNvSpPr/>
      </dsp:nvSpPr>
      <dsp:spPr>
        <a:xfrm>
          <a:off x="4951511" y="886930"/>
          <a:ext cx="1012626" cy="6430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23FFB1-DBBD-494E-8745-E408246617B5}">
      <dsp:nvSpPr>
        <dsp:cNvPr id="0" name=""/>
        <dsp:cNvSpPr/>
      </dsp:nvSpPr>
      <dsp:spPr>
        <a:xfrm>
          <a:off x="5064025" y="993819"/>
          <a:ext cx="1012626" cy="64301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Tooltips interactivos</a:t>
          </a:r>
        </a:p>
      </dsp:txBody>
      <dsp:txXfrm>
        <a:off x="5082858" y="1012652"/>
        <a:ext cx="974960" cy="605351"/>
      </dsp:txXfrm>
    </dsp:sp>
    <dsp:sp modelId="{57B42A40-1F6F-49F9-B21F-8973FDEB31A5}">
      <dsp:nvSpPr>
        <dsp:cNvPr id="0" name=""/>
        <dsp:cNvSpPr/>
      </dsp:nvSpPr>
      <dsp:spPr>
        <a:xfrm>
          <a:off x="6189166" y="886930"/>
          <a:ext cx="1012626" cy="6430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E0A3C6-140B-4DFD-B9FB-FDB4E11E6702}">
      <dsp:nvSpPr>
        <dsp:cNvPr id="0" name=""/>
        <dsp:cNvSpPr/>
      </dsp:nvSpPr>
      <dsp:spPr>
        <a:xfrm>
          <a:off x="6301680" y="993819"/>
          <a:ext cx="1012626" cy="64301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Carruseles, Lightbox y efectos especiales</a:t>
          </a:r>
        </a:p>
      </dsp:txBody>
      <dsp:txXfrm>
        <a:off x="6320513" y="1012652"/>
        <a:ext cx="974960" cy="60535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A7F9C-184B-41E3-A9FB-F6699913E29A}">
      <dsp:nvSpPr>
        <dsp:cNvPr id="0" name=""/>
        <dsp:cNvSpPr/>
      </dsp:nvSpPr>
      <dsp:spPr>
        <a:xfrm>
          <a:off x="3029842" y="2077"/>
          <a:ext cx="1255514" cy="125551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 Tipos de errores en JavaScript</a:t>
          </a:r>
        </a:p>
      </dsp:txBody>
      <dsp:txXfrm>
        <a:off x="3213708" y="185943"/>
        <a:ext cx="887782" cy="887782"/>
      </dsp:txXfrm>
    </dsp:sp>
    <dsp:sp modelId="{32A93EA9-78DA-47CB-A145-D31F5E24FA58}">
      <dsp:nvSpPr>
        <dsp:cNvPr id="0" name=""/>
        <dsp:cNvSpPr/>
      </dsp:nvSpPr>
      <dsp:spPr>
        <a:xfrm rot="1800000">
          <a:off x="4298801" y="884438"/>
          <a:ext cx="333503" cy="4237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305503" y="944172"/>
        <a:ext cx="233452" cy="254241"/>
      </dsp:txXfrm>
    </dsp:sp>
    <dsp:sp modelId="{5B85B542-A586-4E02-BEDD-D0F48DA2FAE9}">
      <dsp:nvSpPr>
        <dsp:cNvPr id="0" name=""/>
        <dsp:cNvSpPr/>
      </dsp:nvSpPr>
      <dsp:spPr>
        <a:xfrm>
          <a:off x="4662097" y="944460"/>
          <a:ext cx="1255514" cy="125551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 Uso de console para debugging</a:t>
          </a:r>
        </a:p>
      </dsp:txBody>
      <dsp:txXfrm>
        <a:off x="4845963" y="1128326"/>
        <a:ext cx="887782" cy="887782"/>
      </dsp:txXfrm>
    </dsp:sp>
    <dsp:sp modelId="{02EFAA23-B08D-4807-85E2-D1EDA6D08EA7}">
      <dsp:nvSpPr>
        <dsp:cNvPr id="0" name=""/>
        <dsp:cNvSpPr/>
      </dsp:nvSpPr>
      <dsp:spPr>
        <a:xfrm rot="5400000">
          <a:off x="5123103" y="2293293"/>
          <a:ext cx="333503" cy="4237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5173129" y="2328015"/>
        <a:ext cx="233452" cy="254241"/>
      </dsp:txXfrm>
    </dsp:sp>
    <dsp:sp modelId="{AC980DE4-9767-46C6-982B-7DAB18533AF5}">
      <dsp:nvSpPr>
        <dsp:cNvPr id="0" name=""/>
        <dsp:cNvSpPr/>
      </dsp:nvSpPr>
      <dsp:spPr>
        <a:xfrm>
          <a:off x="4662097" y="2829225"/>
          <a:ext cx="1255514" cy="125551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 Depuración en navegadores</a:t>
          </a:r>
        </a:p>
      </dsp:txBody>
      <dsp:txXfrm>
        <a:off x="4845963" y="3013091"/>
        <a:ext cx="887782" cy="887782"/>
      </dsp:txXfrm>
    </dsp:sp>
    <dsp:sp modelId="{F58093CF-2CFC-4708-BEF3-1B80FBE0C1DF}">
      <dsp:nvSpPr>
        <dsp:cNvPr id="0" name=""/>
        <dsp:cNvSpPr/>
      </dsp:nvSpPr>
      <dsp:spPr>
        <a:xfrm rot="9000000">
          <a:off x="4315149" y="3711586"/>
          <a:ext cx="333503" cy="4237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4408498" y="3771320"/>
        <a:ext cx="233452" cy="254241"/>
      </dsp:txXfrm>
    </dsp:sp>
    <dsp:sp modelId="{F0B61BE5-FE66-45E1-AD99-C5A45BD94AD0}">
      <dsp:nvSpPr>
        <dsp:cNvPr id="0" name=""/>
        <dsp:cNvSpPr/>
      </dsp:nvSpPr>
      <dsp:spPr>
        <a:xfrm>
          <a:off x="3029842" y="3771608"/>
          <a:ext cx="1255514" cy="125551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 Errores comunes y soluciones</a:t>
          </a:r>
        </a:p>
      </dsp:txBody>
      <dsp:txXfrm>
        <a:off x="3213708" y="3955474"/>
        <a:ext cx="887782" cy="887782"/>
      </dsp:txXfrm>
    </dsp:sp>
    <dsp:sp modelId="{BB96C1CE-93E5-468C-8EA5-DF17B85E1D94}">
      <dsp:nvSpPr>
        <dsp:cNvPr id="0" name=""/>
        <dsp:cNvSpPr/>
      </dsp:nvSpPr>
      <dsp:spPr>
        <a:xfrm rot="12600000">
          <a:off x="2682895" y="3721025"/>
          <a:ext cx="333503" cy="4237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2776244" y="3830785"/>
        <a:ext cx="233452" cy="254241"/>
      </dsp:txXfrm>
    </dsp:sp>
    <dsp:sp modelId="{4EA1F8C0-6E13-4902-8DE0-13192FD02A2D}">
      <dsp:nvSpPr>
        <dsp:cNvPr id="0" name=""/>
        <dsp:cNvSpPr/>
      </dsp:nvSpPr>
      <dsp:spPr>
        <a:xfrm>
          <a:off x="1397588" y="2829225"/>
          <a:ext cx="1255514" cy="125551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 Compatibilidad entre navegadores</a:t>
          </a:r>
        </a:p>
      </dsp:txBody>
      <dsp:txXfrm>
        <a:off x="1581454" y="3013091"/>
        <a:ext cx="887782" cy="887782"/>
      </dsp:txXfrm>
    </dsp:sp>
    <dsp:sp modelId="{5D2E496E-3B59-4A66-9416-7476ED00787D}">
      <dsp:nvSpPr>
        <dsp:cNvPr id="0" name=""/>
        <dsp:cNvSpPr/>
      </dsp:nvSpPr>
      <dsp:spPr>
        <a:xfrm rot="16200000">
          <a:off x="1858593" y="2312170"/>
          <a:ext cx="333503" cy="4237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908619" y="2446943"/>
        <a:ext cx="233452" cy="254241"/>
      </dsp:txXfrm>
    </dsp:sp>
    <dsp:sp modelId="{B4C24616-030E-400B-9D1B-4C241E4D732B}">
      <dsp:nvSpPr>
        <dsp:cNvPr id="0" name=""/>
        <dsp:cNvSpPr/>
      </dsp:nvSpPr>
      <dsp:spPr>
        <a:xfrm>
          <a:off x="1397588" y="944460"/>
          <a:ext cx="1255514" cy="125551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 Herramientas de desarrollo</a:t>
          </a:r>
        </a:p>
      </dsp:txBody>
      <dsp:txXfrm>
        <a:off x="1581454" y="1128326"/>
        <a:ext cx="887782" cy="887782"/>
      </dsp:txXfrm>
    </dsp:sp>
    <dsp:sp modelId="{1502B425-2895-429C-8368-09254BF641B4}">
      <dsp:nvSpPr>
        <dsp:cNvPr id="0" name=""/>
        <dsp:cNvSpPr/>
      </dsp:nvSpPr>
      <dsp:spPr>
        <a:xfrm rot="19800000">
          <a:off x="2666546" y="893877"/>
          <a:ext cx="333503" cy="42373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673248" y="1003637"/>
        <a:ext cx="233452" cy="25424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4FC278-A482-49C0-97A3-FFAA251237FA}">
      <dsp:nvSpPr>
        <dsp:cNvPr id="0" name=""/>
        <dsp:cNvSpPr/>
      </dsp:nvSpPr>
      <dsp:spPr>
        <a:xfrm>
          <a:off x="0" y="7807"/>
          <a:ext cx="7315200" cy="3346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 Programación orientada a objetos (OOP)</a:t>
          </a:r>
        </a:p>
      </dsp:txBody>
      <dsp:txXfrm>
        <a:off x="16335" y="24142"/>
        <a:ext cx="7282530" cy="301950"/>
      </dsp:txXfrm>
    </dsp:sp>
    <dsp:sp modelId="{44EE0081-76AE-48BB-BCBE-B83FC11E8B47}">
      <dsp:nvSpPr>
        <dsp:cNvPr id="0" name=""/>
        <dsp:cNvSpPr/>
      </dsp:nvSpPr>
      <dsp:spPr>
        <a:xfrm>
          <a:off x="0" y="379867"/>
          <a:ext cx="7315200" cy="3346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 Manipulación del DOM</a:t>
          </a:r>
        </a:p>
      </dsp:txBody>
      <dsp:txXfrm>
        <a:off x="16335" y="396202"/>
        <a:ext cx="7282530" cy="301950"/>
      </dsp:txXfrm>
    </dsp:sp>
    <dsp:sp modelId="{151D5F70-D35F-4F32-940B-1A9783628142}">
      <dsp:nvSpPr>
        <dsp:cNvPr id="0" name=""/>
        <dsp:cNvSpPr/>
      </dsp:nvSpPr>
      <dsp:spPr>
        <a:xfrm>
          <a:off x="0" y="751927"/>
          <a:ext cx="7315200" cy="3346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 Manejo avanzado de eventos</a:t>
          </a:r>
        </a:p>
      </dsp:txBody>
      <dsp:txXfrm>
        <a:off x="16335" y="768262"/>
        <a:ext cx="7282530" cy="301950"/>
      </dsp:txXfrm>
    </dsp:sp>
    <dsp:sp modelId="{9E7D1EC4-DA45-4FB4-971B-BE5547CF2594}">
      <dsp:nvSpPr>
        <dsp:cNvPr id="0" name=""/>
        <dsp:cNvSpPr/>
      </dsp:nvSpPr>
      <dsp:spPr>
        <a:xfrm>
          <a:off x="0" y="1123987"/>
          <a:ext cx="7315200" cy="3346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 Validación de formularios</a:t>
          </a:r>
        </a:p>
      </dsp:txBody>
      <dsp:txXfrm>
        <a:off x="16335" y="1140322"/>
        <a:ext cx="7282530" cy="301950"/>
      </dsp:txXfrm>
    </dsp:sp>
    <dsp:sp modelId="{3C473B1C-CF4B-4519-AD24-697539626137}">
      <dsp:nvSpPr>
        <dsp:cNvPr id="0" name=""/>
        <dsp:cNvSpPr/>
      </dsp:nvSpPr>
      <dsp:spPr>
        <a:xfrm>
          <a:off x="0" y="1496047"/>
          <a:ext cx="7315200" cy="3346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ES" sz="1300" kern="1200"/>
            <a:t>✓ Consumo de APIs</a:t>
          </a:r>
          <a:endParaRPr lang="en-US" sz="1300" kern="1200"/>
        </a:p>
      </dsp:txBody>
      <dsp:txXfrm>
        <a:off x="16335" y="1512382"/>
        <a:ext cx="7282530" cy="301950"/>
      </dsp:txXfrm>
    </dsp:sp>
    <dsp:sp modelId="{D6763932-CB2A-4906-BE06-7AACC68E1A26}">
      <dsp:nvSpPr>
        <dsp:cNvPr id="0" name=""/>
        <dsp:cNvSpPr/>
      </dsp:nvSpPr>
      <dsp:spPr>
        <a:xfrm>
          <a:off x="0" y="1868107"/>
          <a:ext cx="7315200" cy="3346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 Creación de efectos visuales</a:t>
          </a:r>
        </a:p>
      </dsp:txBody>
      <dsp:txXfrm>
        <a:off x="16335" y="1884442"/>
        <a:ext cx="7282530" cy="301950"/>
      </dsp:txXfrm>
    </dsp:sp>
    <dsp:sp modelId="{C9805088-0B7A-48FE-8715-3B303CADE1F5}">
      <dsp:nvSpPr>
        <dsp:cNvPr id="0" name=""/>
        <dsp:cNvSpPr/>
      </dsp:nvSpPr>
      <dsp:spPr>
        <a:xfrm>
          <a:off x="0" y="2240167"/>
          <a:ext cx="7315200" cy="3346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 Debugging y optimización</a:t>
          </a:r>
        </a:p>
      </dsp:txBody>
      <dsp:txXfrm>
        <a:off x="16335" y="2256502"/>
        <a:ext cx="7282530" cy="301950"/>
      </dsp:txXfrm>
    </dsp:sp>
    <dsp:sp modelId="{BC20F51D-9B21-4985-97E7-7DB8BBBE4481}">
      <dsp:nvSpPr>
        <dsp:cNvPr id="0" name=""/>
        <dsp:cNvSpPr/>
      </dsp:nvSpPr>
      <dsp:spPr>
        <a:xfrm>
          <a:off x="0" y="2612227"/>
          <a:ext cx="7315200" cy="3346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t>✓ Y </a:t>
          </a:r>
          <a:r>
            <a:rPr lang="en-US" sz="1300" kern="1200" dirty="0" err="1"/>
            <a:t>mucho</a:t>
          </a:r>
          <a:r>
            <a:rPr lang="en-US" sz="1300" kern="1200" dirty="0"/>
            <a:t> </a:t>
          </a:r>
          <a:r>
            <a:rPr lang="en-US" sz="1300" kern="1200" dirty="0" err="1"/>
            <a:t>más</a:t>
          </a:r>
          <a:r>
            <a:rPr lang="en-US" sz="1300" kern="1200" dirty="0"/>
            <a:t> …</a:t>
          </a:r>
        </a:p>
      </dsp:txBody>
      <dsp:txXfrm>
        <a:off x="16335" y="2628562"/>
        <a:ext cx="7282530" cy="30195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1C1627-8F62-4B52-86C4-9920CDA4B278}">
      <dsp:nvSpPr>
        <dsp:cNvPr id="0" name=""/>
        <dsp:cNvSpPr/>
      </dsp:nvSpPr>
      <dsp:spPr>
        <a:xfrm>
          <a:off x="169199" y="263745"/>
          <a:ext cx="604800" cy="6048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295637-42F3-44E7-B763-4551BE63F31A}">
      <dsp:nvSpPr>
        <dsp:cNvPr id="0" name=""/>
        <dsp:cNvSpPr/>
      </dsp:nvSpPr>
      <dsp:spPr>
        <a:xfrm>
          <a:off x="296207" y="390753"/>
          <a:ext cx="350784" cy="3507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975861-5498-4AF1-9F1D-D1B3E3EB0B39}">
      <dsp:nvSpPr>
        <dsp:cNvPr id="0" name=""/>
        <dsp:cNvSpPr/>
      </dsp:nvSpPr>
      <dsp:spPr>
        <a:xfrm>
          <a:off x="903599" y="263745"/>
          <a:ext cx="1425599" cy="6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 Editor de código (VS Code recomendado)</a:t>
          </a:r>
        </a:p>
      </dsp:txBody>
      <dsp:txXfrm>
        <a:off x="903599" y="263745"/>
        <a:ext cx="1425599" cy="604800"/>
      </dsp:txXfrm>
    </dsp:sp>
    <dsp:sp modelId="{1BC645EB-5C33-47CF-9C2D-6FBCA44917BE}">
      <dsp:nvSpPr>
        <dsp:cNvPr id="0" name=""/>
        <dsp:cNvSpPr/>
      </dsp:nvSpPr>
      <dsp:spPr>
        <a:xfrm>
          <a:off x="2577599" y="263745"/>
          <a:ext cx="604800" cy="6048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78B266-739C-49E9-9E89-81FD22EFE188}">
      <dsp:nvSpPr>
        <dsp:cNvPr id="0" name=""/>
        <dsp:cNvSpPr/>
      </dsp:nvSpPr>
      <dsp:spPr>
        <a:xfrm>
          <a:off x="2704608" y="390753"/>
          <a:ext cx="350784" cy="3507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BD4499-507C-4B03-A9A6-6130BCF8FC9E}">
      <dsp:nvSpPr>
        <dsp:cNvPr id="0" name=""/>
        <dsp:cNvSpPr/>
      </dsp:nvSpPr>
      <dsp:spPr>
        <a:xfrm>
          <a:off x="3312000" y="263745"/>
          <a:ext cx="1425599" cy="6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 Navegador moderno (Chrome, Firefox, Edge)</a:t>
          </a:r>
        </a:p>
      </dsp:txBody>
      <dsp:txXfrm>
        <a:off x="3312000" y="263745"/>
        <a:ext cx="1425599" cy="604800"/>
      </dsp:txXfrm>
    </dsp:sp>
    <dsp:sp modelId="{E4D37504-C96E-4AF5-A53A-DBD6DC9E4B92}">
      <dsp:nvSpPr>
        <dsp:cNvPr id="0" name=""/>
        <dsp:cNvSpPr/>
      </dsp:nvSpPr>
      <dsp:spPr>
        <a:xfrm>
          <a:off x="4986000" y="263745"/>
          <a:ext cx="604800" cy="6048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3C1FEB-D62B-41FF-9E46-DFDC703611F4}">
      <dsp:nvSpPr>
        <dsp:cNvPr id="0" name=""/>
        <dsp:cNvSpPr/>
      </dsp:nvSpPr>
      <dsp:spPr>
        <a:xfrm>
          <a:off x="5113008" y="390753"/>
          <a:ext cx="350784" cy="3507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15FF32-F8D4-4DEB-B7C2-796446248DF7}">
      <dsp:nvSpPr>
        <dsp:cNvPr id="0" name=""/>
        <dsp:cNvSpPr/>
      </dsp:nvSpPr>
      <dsp:spPr>
        <a:xfrm>
          <a:off x="5720400" y="263745"/>
          <a:ext cx="1425599" cy="6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 </a:t>
          </a:r>
          <a:r>
            <a:rPr lang="en-US" sz="1100" kern="1200" dirty="0" err="1"/>
            <a:t>Conocimientos</a:t>
          </a:r>
          <a:r>
            <a:rPr lang="en-US" sz="1100" kern="1200" dirty="0"/>
            <a:t> </a:t>
          </a:r>
          <a:r>
            <a:rPr lang="en-US" sz="1100" kern="1200" dirty="0" err="1"/>
            <a:t>básicos</a:t>
          </a:r>
          <a:r>
            <a:rPr lang="en-US" sz="1100" kern="1200" dirty="0"/>
            <a:t> de HTML y CSS</a:t>
          </a:r>
        </a:p>
        <a:p>
          <a:pPr marL="0" lvl="0" indent="0" algn="l" defTabSz="488950">
            <a:lnSpc>
              <a:spcPct val="100000"/>
            </a:lnSpc>
            <a:spcBef>
              <a:spcPct val="0"/>
            </a:spcBef>
            <a:spcAft>
              <a:spcPct val="35000"/>
            </a:spcAft>
            <a:buNone/>
          </a:pPr>
          <a:r>
            <a:rPr lang="en-US" sz="1100" kern="1200" dirty="0"/>
            <a:t>(no </a:t>
          </a:r>
          <a:r>
            <a:rPr lang="en-US" sz="1100" kern="1200" dirty="0" err="1"/>
            <a:t>imprescindible</a:t>
          </a:r>
          <a:r>
            <a:rPr lang="en-US" sz="1100" kern="1200" dirty="0"/>
            <a:t>)</a:t>
          </a:r>
        </a:p>
      </dsp:txBody>
      <dsp:txXfrm>
        <a:off x="5720400" y="263745"/>
        <a:ext cx="1425599" cy="604800"/>
      </dsp:txXfrm>
    </dsp:sp>
    <dsp:sp modelId="{C3A27C6E-C5E5-4D66-8896-0B71EA6AAF5E}">
      <dsp:nvSpPr>
        <dsp:cNvPr id="0" name=""/>
        <dsp:cNvSpPr/>
      </dsp:nvSpPr>
      <dsp:spPr>
        <a:xfrm>
          <a:off x="169199" y="1224335"/>
          <a:ext cx="604800" cy="6048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8707B8-365E-41EC-83D1-0D684E661EAE}">
      <dsp:nvSpPr>
        <dsp:cNvPr id="0" name=""/>
        <dsp:cNvSpPr/>
      </dsp:nvSpPr>
      <dsp:spPr>
        <a:xfrm>
          <a:off x="296207" y="1351343"/>
          <a:ext cx="350784" cy="3507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4A35E5-F980-490E-BE5D-27C37CB426C4}">
      <dsp:nvSpPr>
        <dsp:cNvPr id="0" name=""/>
        <dsp:cNvSpPr/>
      </dsp:nvSpPr>
      <dsp:spPr>
        <a:xfrm>
          <a:off x="903599" y="1224335"/>
          <a:ext cx="1425599" cy="6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 Disposición para aprender y practicar</a:t>
          </a:r>
        </a:p>
      </dsp:txBody>
      <dsp:txXfrm>
        <a:off x="903599" y="1224335"/>
        <a:ext cx="1425599" cy="604800"/>
      </dsp:txXfrm>
    </dsp:sp>
    <dsp:sp modelId="{953F9E93-25F8-429E-8E95-C6BB6C867828}">
      <dsp:nvSpPr>
        <dsp:cNvPr id="0" name=""/>
        <dsp:cNvSpPr/>
      </dsp:nvSpPr>
      <dsp:spPr>
        <a:xfrm>
          <a:off x="2577599" y="1224335"/>
          <a:ext cx="604800" cy="6048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B6A9C4-4734-4052-BF26-472AB482C976}">
      <dsp:nvSpPr>
        <dsp:cNvPr id="0" name=""/>
        <dsp:cNvSpPr/>
      </dsp:nvSpPr>
      <dsp:spPr>
        <a:xfrm>
          <a:off x="2704608" y="1351343"/>
          <a:ext cx="350784" cy="35078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938B19-D57B-45AC-A0B4-4195AFAABE0B}">
      <dsp:nvSpPr>
        <dsp:cNvPr id="0" name=""/>
        <dsp:cNvSpPr/>
      </dsp:nvSpPr>
      <dsp:spPr>
        <a:xfrm>
          <a:off x="3312000" y="1224335"/>
          <a:ext cx="1425599" cy="6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 </a:t>
          </a:r>
          <a:r>
            <a:rPr lang="es-ES" sz="1100" kern="1200"/>
            <a:t>Un patito amarillo</a:t>
          </a:r>
          <a:endParaRPr lang="en-US" sz="1100" kern="1200"/>
        </a:p>
      </dsp:txBody>
      <dsp:txXfrm>
        <a:off x="3312000" y="1224335"/>
        <a:ext cx="1425599" cy="6048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curso.javascript.Ionic@gmail.com" TargetMode="External"/><Relationship Id="rId2" Type="http://schemas.openxmlformats.org/officeDocument/2006/relationships/hyperlink" Target="mailto:julian.glez.moreno@gmail.c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rive.google.com/drive/folders/1n7nvhLvA6xd8kRfmqE9ooW1Vi5jhUqn5?usp=drive_link"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5">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37">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39">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4123" y="3164497"/>
            <a:ext cx="4355594" cy="3030557"/>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Gota de agua sobre pétalo">
            <a:extLst>
              <a:ext uri="{FF2B5EF4-FFF2-40B4-BE49-F238E27FC236}">
                <a16:creationId xmlns:a16="http://schemas.microsoft.com/office/drawing/2014/main" id="{883B315A-2C36-8FB0-7911-03930935144B}"/>
              </a:ext>
            </a:extLst>
          </p:cNvPr>
          <p:cNvPicPr>
            <a:picLocks noChangeAspect="1"/>
          </p:cNvPicPr>
          <p:nvPr/>
        </p:nvPicPr>
        <p:blipFill>
          <a:blip r:embed="rId2"/>
          <a:srcRect l="28144" r="21789"/>
          <a:stretch>
            <a:fillRect/>
          </a:stretch>
        </p:blipFill>
        <p:spPr>
          <a:xfrm>
            <a:off x="3028949" y="10"/>
            <a:ext cx="6120019" cy="6875809"/>
          </a:xfrm>
          <a:prstGeom prst="rect">
            <a:avLst/>
          </a:prstGeom>
        </p:spPr>
      </p:pic>
      <p:sp>
        <p:nvSpPr>
          <p:cNvPr id="47" name="Freeform: Shape 41">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ítulo 1">
            <a:extLst>
              <a:ext uri="{FF2B5EF4-FFF2-40B4-BE49-F238E27FC236}">
                <a16:creationId xmlns:a16="http://schemas.microsoft.com/office/drawing/2014/main" id="{CA92D90E-4948-48E5-A138-1652C12591ED}"/>
              </a:ext>
            </a:extLst>
          </p:cNvPr>
          <p:cNvSpPr>
            <a:spLocks noGrp="1"/>
          </p:cNvSpPr>
          <p:nvPr>
            <p:ph type="ctrTitle"/>
          </p:nvPr>
        </p:nvSpPr>
        <p:spPr>
          <a:xfrm>
            <a:off x="400854" y="2950387"/>
            <a:ext cx="2289220" cy="3531403"/>
          </a:xfrm>
        </p:spPr>
        <p:txBody>
          <a:bodyPr anchor="t">
            <a:normAutofit/>
          </a:bodyPr>
          <a:lstStyle/>
          <a:p>
            <a:pPr algn="r">
              <a:lnSpc>
                <a:spcPct val="90000"/>
              </a:lnSpc>
            </a:pPr>
            <a:endParaRPr lang="es-ES" sz="2200">
              <a:solidFill>
                <a:srgbClr val="FFFFFF"/>
              </a:solidFill>
              <a:latin typeface="Cooper Black" panose="0208090404030B020404" pitchFamily="18" charset="0"/>
            </a:endParaRPr>
          </a:p>
          <a:p>
            <a:pPr algn="r">
              <a:lnSpc>
                <a:spcPct val="90000"/>
              </a:lnSpc>
            </a:pPr>
            <a:r>
              <a:rPr lang="es-ES" sz="2200">
                <a:solidFill>
                  <a:srgbClr val="FFFFFF"/>
                </a:solidFill>
                <a:latin typeface="Cooper Black" panose="0208090404030B020404" pitchFamily="18" charset="0"/>
              </a:rPr>
              <a:t>IFCD65EXP</a:t>
            </a:r>
          </a:p>
          <a:p>
            <a:pPr algn="r">
              <a:lnSpc>
                <a:spcPct val="90000"/>
              </a:lnSpc>
            </a:pPr>
            <a:endParaRPr lang="es-ES" sz="2200">
              <a:solidFill>
                <a:srgbClr val="FFFFFF"/>
              </a:solidFill>
              <a:latin typeface="Cooper Black" panose="0208090404030B020404" pitchFamily="18" charset="0"/>
            </a:endParaRPr>
          </a:p>
          <a:p>
            <a:pPr algn="r">
              <a:lnSpc>
                <a:spcPct val="90000"/>
              </a:lnSpc>
            </a:pPr>
            <a:r>
              <a:rPr lang="es-ES" sz="2200">
                <a:solidFill>
                  <a:srgbClr val="FFFFFF"/>
                </a:solidFill>
                <a:latin typeface="Cooper Black" panose="0208090404030B020404" pitchFamily="18" charset="0"/>
              </a:rPr>
              <a:t>JAVASCRIPT AVANZADO E IONIC</a:t>
            </a:r>
          </a:p>
          <a:p>
            <a:pPr algn="r">
              <a:lnSpc>
                <a:spcPct val="90000"/>
              </a:lnSpc>
            </a:pPr>
            <a:endParaRPr lang="es-ES" sz="2200">
              <a:solidFill>
                <a:srgbClr val="FFFFFF"/>
              </a:solidFill>
              <a:latin typeface="Cooper Black" panose="0208090404030B020404" pitchFamily="18" charset="0"/>
            </a:endParaRPr>
          </a:p>
          <a:p>
            <a:pPr algn="r">
              <a:lnSpc>
                <a:spcPct val="90000"/>
              </a:lnSpc>
            </a:pPr>
            <a:endParaRPr lang="es-ES" sz="2200">
              <a:solidFill>
                <a:srgbClr val="FFFFFF"/>
              </a:solidFill>
              <a:latin typeface="Cooper Black" panose="0208090404030B020404" pitchFamily="18" charset="0"/>
            </a:endParaRPr>
          </a:p>
        </p:txBody>
      </p:sp>
      <p:sp>
        <p:nvSpPr>
          <p:cNvPr id="3" name="Subtítulo 2">
            <a:extLst>
              <a:ext uri="{FF2B5EF4-FFF2-40B4-BE49-F238E27FC236}">
                <a16:creationId xmlns:a16="http://schemas.microsoft.com/office/drawing/2014/main" id="{1D354644-B9E7-4000-80BE-D2459BBC8037}"/>
              </a:ext>
            </a:extLst>
          </p:cNvPr>
          <p:cNvSpPr>
            <a:spLocks noGrp="1"/>
          </p:cNvSpPr>
          <p:nvPr>
            <p:ph type="subTitle" idx="1"/>
          </p:nvPr>
        </p:nvSpPr>
        <p:spPr>
          <a:xfrm>
            <a:off x="583441" y="743803"/>
            <a:ext cx="2106633" cy="1382392"/>
          </a:xfrm>
        </p:spPr>
        <p:txBody>
          <a:bodyPr anchor="b">
            <a:normAutofit/>
          </a:bodyPr>
          <a:lstStyle/>
          <a:p>
            <a:pPr algn="r"/>
            <a:r>
              <a:rPr lang="es-ES" sz="1700" dirty="0">
                <a:solidFill>
                  <a:srgbClr val="FFFFFF"/>
                </a:solidFill>
              </a:rPr>
              <a:t>Alcobendas, 28 de septiembre de 2026</a:t>
            </a:r>
          </a:p>
        </p:txBody>
      </p:sp>
    </p:spTree>
    <p:extLst>
      <p:ext uri="{BB962C8B-B14F-4D97-AF65-F5344CB8AC3E}">
        <p14:creationId xmlns:p14="http://schemas.microsoft.com/office/powerpoint/2010/main" val="391904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7">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0"/>
            <a:ext cx="9170066"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1">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19877" y="-988420"/>
            <a:ext cx="6859919" cy="8832924"/>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864"/>
            <a:ext cx="2706134"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252763" y="1649137"/>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9166299"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5630" y="-1353130"/>
            <a:ext cx="6407535" cy="9113803"/>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68FE2DF-AA34-41AB-A331-67E82FE47CAB}"/>
              </a:ext>
            </a:extLst>
          </p:cNvPr>
          <p:cNvSpPr>
            <a:spLocks noGrp="1"/>
          </p:cNvSpPr>
          <p:nvPr>
            <p:ph type="title"/>
          </p:nvPr>
        </p:nvSpPr>
        <p:spPr>
          <a:xfrm>
            <a:off x="3183340" y="3006586"/>
            <a:ext cx="5463701" cy="2732297"/>
          </a:xfrm>
        </p:spPr>
        <p:txBody>
          <a:bodyPr vert="horz" lIns="91440" tIns="45720" rIns="91440" bIns="45720" rtlCol="0" anchor="t">
            <a:normAutofit/>
          </a:bodyPr>
          <a:lstStyle/>
          <a:p>
            <a:pPr defTabSz="914400">
              <a:lnSpc>
                <a:spcPct val="90000"/>
              </a:lnSpc>
            </a:pPr>
            <a:r>
              <a:rPr lang="en-US" sz="4200" kern="1200" dirty="0">
                <a:solidFill>
                  <a:srgbClr val="FFFFFF"/>
                </a:solidFill>
                <a:latin typeface="+mj-lt"/>
                <a:ea typeface="+mj-ea"/>
                <a:cs typeface="+mj-cs"/>
              </a:rPr>
              <a:t>Julián González </a:t>
            </a:r>
            <a:r>
              <a:rPr lang="en-US" sz="4200" kern="1200" dirty="0" err="1">
                <a:solidFill>
                  <a:srgbClr val="FFFFFF"/>
                </a:solidFill>
                <a:latin typeface="+mj-lt"/>
                <a:ea typeface="+mj-ea"/>
                <a:cs typeface="+mj-cs"/>
              </a:rPr>
              <a:t>moreno</a:t>
            </a:r>
            <a:br>
              <a:rPr lang="en-US" sz="4200" kern="1200" dirty="0">
                <a:solidFill>
                  <a:srgbClr val="FFFFFF"/>
                </a:solidFill>
                <a:latin typeface="+mj-lt"/>
                <a:ea typeface="+mj-ea"/>
                <a:cs typeface="+mj-cs"/>
              </a:rPr>
            </a:br>
            <a:br>
              <a:rPr lang="en-US" sz="4200" kern="1200" dirty="0">
                <a:solidFill>
                  <a:srgbClr val="FFFFFF"/>
                </a:solidFill>
                <a:latin typeface="+mj-lt"/>
                <a:ea typeface="+mj-ea"/>
                <a:cs typeface="+mj-cs"/>
              </a:rPr>
            </a:br>
            <a:r>
              <a:rPr lang="en-US" sz="1400" kern="1200" dirty="0" err="1">
                <a:solidFill>
                  <a:srgbClr val="FFFFFF"/>
                </a:solidFill>
                <a:latin typeface="+mj-lt"/>
                <a:ea typeface="+mj-ea"/>
                <a:cs typeface="+mj-cs"/>
              </a:rPr>
              <a:t>t</a:t>
            </a:r>
            <a:r>
              <a:rPr lang="en-US" sz="1400" dirty="0" err="1">
                <a:solidFill>
                  <a:srgbClr val="FFFFFF"/>
                </a:solidFill>
              </a:rPr>
              <a:t>EL</a:t>
            </a:r>
            <a:r>
              <a:rPr lang="en-US" sz="1400" kern="1200" dirty="0">
                <a:solidFill>
                  <a:srgbClr val="FFFFFF"/>
                </a:solidFill>
                <a:latin typeface="+mj-lt"/>
                <a:ea typeface="+mj-ea"/>
                <a:cs typeface="+mj-cs"/>
              </a:rPr>
              <a:t>:  611 40 30 01 </a:t>
            </a:r>
          </a:p>
        </p:txBody>
      </p:sp>
      <p:sp>
        <p:nvSpPr>
          <p:cNvPr id="3" name="Marcador de texto 2">
            <a:extLst>
              <a:ext uri="{FF2B5EF4-FFF2-40B4-BE49-F238E27FC236}">
                <a16:creationId xmlns:a16="http://schemas.microsoft.com/office/drawing/2014/main" id="{3225A1CC-B2FA-4F40-8438-6CB723735EDD}"/>
              </a:ext>
            </a:extLst>
          </p:cNvPr>
          <p:cNvSpPr>
            <a:spLocks noGrp="1"/>
          </p:cNvSpPr>
          <p:nvPr>
            <p:ph type="body" idx="1"/>
          </p:nvPr>
        </p:nvSpPr>
        <p:spPr>
          <a:xfrm>
            <a:off x="3183340" y="1119117"/>
            <a:ext cx="5066732" cy="845162"/>
          </a:xfrm>
        </p:spPr>
        <p:txBody>
          <a:bodyPr vert="horz" lIns="91440" tIns="45720" rIns="91440" bIns="45720" rtlCol="0" anchor="b">
            <a:normAutofit lnSpcReduction="10000"/>
          </a:bodyPr>
          <a:lstStyle/>
          <a:p>
            <a:pPr defTabSz="914400">
              <a:lnSpc>
                <a:spcPct val="90000"/>
              </a:lnSpc>
              <a:spcBef>
                <a:spcPts val="1000"/>
              </a:spcBef>
            </a:pPr>
            <a:r>
              <a:rPr lang="en-US" sz="2400" kern="1200" dirty="0">
                <a:solidFill>
                  <a:srgbClr val="FFFFFF"/>
                </a:solidFill>
                <a:highlight>
                  <a:srgbClr val="FFFF00"/>
                </a:highlight>
                <a:latin typeface="+mn-lt"/>
                <a:ea typeface="+mn-ea"/>
                <a:cs typeface="+mn-cs"/>
                <a:hlinkClick r:id="rId2"/>
              </a:rPr>
              <a:t>julian.glez.moreno@gmail.com</a:t>
            </a:r>
            <a:endParaRPr lang="en-US" sz="2400" kern="1200" dirty="0">
              <a:solidFill>
                <a:srgbClr val="FFFFFF"/>
              </a:solidFill>
              <a:highlight>
                <a:srgbClr val="FFFF00"/>
              </a:highlight>
              <a:latin typeface="+mn-lt"/>
              <a:ea typeface="+mn-ea"/>
              <a:cs typeface="+mn-cs"/>
            </a:endParaRPr>
          </a:p>
          <a:p>
            <a:pPr defTabSz="914400">
              <a:lnSpc>
                <a:spcPct val="90000"/>
              </a:lnSpc>
              <a:spcBef>
                <a:spcPts val="1000"/>
              </a:spcBef>
            </a:pPr>
            <a:r>
              <a:rPr lang="en-US" sz="2400" kern="1200" dirty="0">
                <a:solidFill>
                  <a:srgbClr val="FFFFFF"/>
                </a:solidFill>
                <a:highlight>
                  <a:srgbClr val="FFFF00"/>
                </a:highlight>
                <a:latin typeface="+mn-lt"/>
                <a:ea typeface="+mn-ea"/>
                <a:cs typeface="+mn-cs"/>
                <a:hlinkClick r:id="rId3"/>
              </a:rPr>
              <a:t>curso.javascript.ionic@gmail.com</a:t>
            </a:r>
            <a:endParaRPr lang="en-US" sz="2400" kern="1200" dirty="0">
              <a:solidFill>
                <a:srgbClr val="FFFFFF"/>
              </a:solidFill>
              <a:highlight>
                <a:srgbClr val="FFFF00"/>
              </a:highlight>
              <a:latin typeface="+mn-lt"/>
              <a:ea typeface="+mn-ea"/>
              <a:cs typeface="+mn-cs"/>
            </a:endParaRPr>
          </a:p>
          <a:p>
            <a:pPr defTabSz="914400">
              <a:lnSpc>
                <a:spcPct val="90000"/>
              </a:lnSpc>
              <a:spcBef>
                <a:spcPts val="1000"/>
              </a:spcBef>
            </a:pPr>
            <a:endParaRPr lang="en-US" sz="2400" kern="1200" dirty="0">
              <a:solidFill>
                <a:srgbClr val="FFFFFF"/>
              </a:solidFill>
              <a:latin typeface="+mn-lt"/>
              <a:ea typeface="+mn-ea"/>
              <a:cs typeface="+mn-cs"/>
            </a:endParaRPr>
          </a:p>
          <a:p>
            <a:pPr defTabSz="914400">
              <a:lnSpc>
                <a:spcPct val="90000"/>
              </a:lnSpc>
              <a:spcBef>
                <a:spcPts val="1000"/>
              </a:spcBef>
            </a:pPr>
            <a:endParaRPr lang="en-US" sz="2400" kern="1200" dirty="0">
              <a:solidFill>
                <a:srgbClr val="FFFFFF"/>
              </a:solidFill>
              <a:latin typeface="+mn-lt"/>
              <a:ea typeface="+mn-ea"/>
              <a:cs typeface="+mn-cs"/>
            </a:endParaRPr>
          </a:p>
        </p:txBody>
      </p:sp>
    </p:spTree>
    <p:extLst>
      <p:ext uri="{BB962C8B-B14F-4D97-AF65-F5344CB8AC3E}">
        <p14:creationId xmlns:p14="http://schemas.microsoft.com/office/powerpoint/2010/main" val="2328825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0" name="Rectangle 2"/>
          <p:cNvSpPr>
            <a:spLocks noGrp="1" noChangeArrowheads="1"/>
          </p:cNvSpPr>
          <p:nvPr>
            <p:ph type="title"/>
          </p:nvPr>
        </p:nvSpPr>
        <p:spPr>
          <a:xfrm>
            <a:off x="1037673" y="348865"/>
            <a:ext cx="7288583" cy="1576446"/>
          </a:xfrm>
        </p:spPr>
        <p:txBody>
          <a:bodyPr anchor="ctr">
            <a:normAutofit/>
          </a:bodyPr>
          <a:lstStyle/>
          <a:p>
            <a:r>
              <a:rPr lang="es-ES_tradnl" sz="3500" dirty="0">
                <a:solidFill>
                  <a:srgbClr val="FFFFFF"/>
                </a:solidFill>
              </a:rPr>
              <a:t>JAVASCRIPT AVANZADO E IONIC</a:t>
            </a:r>
            <a:br>
              <a:rPr lang="es-ES_tradnl" sz="3500" dirty="0">
                <a:solidFill>
                  <a:srgbClr val="FFFFFF"/>
                </a:solidFill>
              </a:rPr>
            </a:br>
            <a:endParaRPr lang="es-ES_tradnl" sz="3500" dirty="0">
              <a:solidFill>
                <a:srgbClr val="FFFFFF"/>
              </a:solidFill>
              <a:highlight>
                <a:srgbClr val="FFFF00"/>
              </a:highlight>
            </a:endParaRPr>
          </a:p>
        </p:txBody>
      </p:sp>
      <p:graphicFrame>
        <p:nvGraphicFramePr>
          <p:cNvPr id="2053" name="Rectangle 3">
            <a:extLst>
              <a:ext uri="{FF2B5EF4-FFF2-40B4-BE49-F238E27FC236}">
                <a16:creationId xmlns:a16="http://schemas.microsoft.com/office/drawing/2014/main" id="{563B09A2-46A9-349C-3F77-EA90C72BEB95}"/>
              </a:ext>
            </a:extLst>
          </p:cNvPr>
          <p:cNvGraphicFramePr/>
          <p:nvPr>
            <p:extLst>
              <p:ext uri="{D42A27DB-BD31-4B8C-83A1-F6EECF244321}">
                <p14:modId xmlns:p14="http://schemas.microsoft.com/office/powerpoint/2010/main" val="105208621"/>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6340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FE49A8-B687-4EFA-D9B9-1F91A473A739}"/>
            </a:ext>
          </a:extLst>
        </p:cNvPr>
        <p:cNvGrpSpPr/>
        <p:nvPr/>
      </p:nvGrpSpPr>
      <p:grpSpPr>
        <a:xfrm>
          <a:off x="0" y="0"/>
          <a:ext cx="0" cy="0"/>
          <a:chOff x="0" y="0"/>
          <a:chExt cx="0" cy="0"/>
        </a:xfrm>
      </p:grpSpPr>
      <p:sp useBgFill="1">
        <p:nvSpPr>
          <p:cNvPr id="2056" name="Rectangle 205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8" name="Rectangle 205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Rectangle 206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6" name="Freeform: Shape 206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68" name="Rectangle 206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2">
            <a:extLst>
              <a:ext uri="{FF2B5EF4-FFF2-40B4-BE49-F238E27FC236}">
                <a16:creationId xmlns:a16="http://schemas.microsoft.com/office/drawing/2014/main" id="{7584934F-F9AC-E2A2-5490-039FAAE35320}"/>
              </a:ext>
            </a:extLst>
          </p:cNvPr>
          <p:cNvSpPr>
            <a:spLocks noGrp="1" noChangeArrowheads="1"/>
          </p:cNvSpPr>
          <p:nvPr>
            <p:ph type="title"/>
          </p:nvPr>
        </p:nvSpPr>
        <p:spPr>
          <a:xfrm>
            <a:off x="350041" y="586855"/>
            <a:ext cx="2401025" cy="3387497"/>
          </a:xfrm>
        </p:spPr>
        <p:txBody>
          <a:bodyPr anchor="b">
            <a:normAutofit/>
          </a:bodyPr>
          <a:lstStyle/>
          <a:p>
            <a:pPr algn="r"/>
            <a:r>
              <a:rPr lang="es-ES_tradnl" sz="3500" dirty="0">
                <a:solidFill>
                  <a:srgbClr val="FFFFFF"/>
                </a:solidFill>
              </a:rPr>
              <a:t>JAVASCRIPT AVANZADO E IONIC</a:t>
            </a:r>
            <a:br>
              <a:rPr lang="es-ES_tradnl" sz="3500" dirty="0">
                <a:solidFill>
                  <a:srgbClr val="FFFFFF"/>
                </a:solidFill>
              </a:rPr>
            </a:br>
            <a:br>
              <a:rPr lang="es-ES_tradnl" sz="3500" dirty="0">
                <a:solidFill>
                  <a:srgbClr val="FFFFFF"/>
                </a:solidFill>
              </a:rPr>
            </a:br>
            <a:r>
              <a:rPr lang="es-ES_tradnl" sz="3500" dirty="0">
                <a:solidFill>
                  <a:srgbClr val="FFFFFF"/>
                </a:solidFill>
              </a:rPr>
              <a:t>JavaScript</a:t>
            </a:r>
          </a:p>
        </p:txBody>
      </p:sp>
      <p:sp>
        <p:nvSpPr>
          <p:cNvPr id="2051" name="Rectangle 3">
            <a:extLst>
              <a:ext uri="{FF2B5EF4-FFF2-40B4-BE49-F238E27FC236}">
                <a16:creationId xmlns:a16="http://schemas.microsoft.com/office/drawing/2014/main" id="{8EFCFF66-E7C0-21A1-52C3-CF450A7F9C0D}"/>
              </a:ext>
            </a:extLst>
          </p:cNvPr>
          <p:cNvSpPr>
            <a:spLocks noGrp="1" noChangeArrowheads="1"/>
          </p:cNvSpPr>
          <p:nvPr>
            <p:ph type="body" idx="1"/>
          </p:nvPr>
        </p:nvSpPr>
        <p:spPr>
          <a:xfrm>
            <a:off x="3607694" y="649480"/>
            <a:ext cx="4916510" cy="5546047"/>
          </a:xfrm>
        </p:spPr>
        <p:txBody>
          <a:bodyPr anchor="ctr">
            <a:normAutofit/>
          </a:bodyPr>
          <a:lstStyle/>
          <a:p>
            <a:pPr marL="0" indent="0">
              <a:buNone/>
            </a:pPr>
            <a:r>
              <a:rPr lang="es-ES" sz="1700">
                <a:latin typeface="Abadi" panose="020F0502020204030204" pitchFamily="34" charset="0"/>
              </a:rPr>
              <a:t>- Introducción a JavaScript.</a:t>
            </a:r>
          </a:p>
          <a:p>
            <a:pPr marL="0" indent="0">
              <a:buNone/>
            </a:pPr>
            <a:r>
              <a:rPr lang="es-ES" sz="1700">
                <a:latin typeface="Abadi" panose="020F0502020204030204" pitchFamily="34" charset="0"/>
              </a:rPr>
              <a:t>- Programación básica: Variables. Tipos de variables. Operadores. Estructuras de control de       flujo. Funciones y propiedades básicas</a:t>
            </a:r>
          </a:p>
          <a:p>
            <a:pPr marL="0" indent="0">
              <a:buNone/>
            </a:pPr>
            <a:r>
              <a:rPr lang="es-ES" sz="1700">
                <a:latin typeface="Abadi" panose="020F0502020204030204" pitchFamily="34" charset="0"/>
              </a:rPr>
              <a:t>- Programación avanzada: Funciones. Ámbito de las variables. Sentencias break y continue. Otras estructuras de control</a:t>
            </a:r>
          </a:p>
          <a:p>
            <a:pPr marL="0" indent="0">
              <a:buNone/>
            </a:pPr>
            <a:r>
              <a:rPr lang="es-ES" sz="1700">
                <a:latin typeface="Abadi" panose="020F0502020204030204" pitchFamily="34" charset="0"/>
              </a:rPr>
              <a:t>- DOM: Árbol de nodos. Tipos. Acceso directo a los nodos. Creación y eliminación. Acceso directo a los atributos XHTML.</a:t>
            </a:r>
          </a:p>
          <a:p>
            <a:pPr marL="0" indent="0">
              <a:buNone/>
            </a:pPr>
            <a:r>
              <a:rPr lang="es-ES" sz="1700">
                <a:latin typeface="Abadi" panose="020F0502020204030204" pitchFamily="34" charset="0"/>
              </a:rPr>
              <a:t>- Eventos: Modelos. Modelo básico de eventos. Obteniendo información del evento (objeto event)</a:t>
            </a:r>
          </a:p>
          <a:p>
            <a:pPr marL="0" indent="0">
              <a:buNone/>
            </a:pPr>
            <a:r>
              <a:rPr lang="es-ES" sz="1700">
                <a:latin typeface="Abadi" panose="020F0502020204030204" pitchFamily="34" charset="0"/>
              </a:rPr>
              <a:t>- Formularios: Propiedades básicas. Utilidades básicas. Validación.</a:t>
            </a:r>
          </a:p>
          <a:p>
            <a:pPr marL="0" indent="0">
              <a:buNone/>
            </a:pPr>
            <a:r>
              <a:rPr lang="es-ES" sz="1700">
                <a:latin typeface="Abadi" panose="020F0502020204030204" pitchFamily="34" charset="0"/>
              </a:rPr>
              <a:t>- Utilidades: Relojes, contadores e intervalos de tiempo, calendario, Tooltip, Menú desplegable, Lightbox, etc.</a:t>
            </a:r>
          </a:p>
          <a:p>
            <a:pPr marL="0" indent="0">
              <a:buNone/>
            </a:pPr>
            <a:r>
              <a:rPr lang="es-ES" sz="1700">
                <a:latin typeface="Abadi" panose="020F0502020204030204" pitchFamily="34" charset="0"/>
              </a:rPr>
              <a:t>- Detección y corrección de errores en distintos navegadores.</a:t>
            </a:r>
            <a:endParaRPr lang="es-ES_tradnl" sz="1700">
              <a:latin typeface="Abadi" panose="020F0502020204030204" pitchFamily="34" charset="0"/>
            </a:endParaRPr>
          </a:p>
        </p:txBody>
      </p:sp>
    </p:spTree>
    <p:extLst>
      <p:ext uri="{BB962C8B-B14F-4D97-AF65-F5344CB8AC3E}">
        <p14:creationId xmlns:p14="http://schemas.microsoft.com/office/powerpoint/2010/main" val="347091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0B3B33-196B-C210-FDC5-4969C445F050}"/>
            </a:ext>
          </a:extLst>
        </p:cNvPr>
        <p:cNvGrpSpPr/>
        <p:nvPr/>
      </p:nvGrpSpPr>
      <p:grpSpPr>
        <a:xfrm>
          <a:off x="0" y="0"/>
          <a:ext cx="0" cy="0"/>
          <a:chOff x="0" y="0"/>
          <a:chExt cx="0" cy="0"/>
        </a:xfrm>
      </p:grpSpPr>
      <p:sp useBgFill="1">
        <p:nvSpPr>
          <p:cNvPr id="2056" name="Rectangle 205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8" name="Rectangle 205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Rectangle 206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6" name="Freeform: Shape 206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68" name="Rectangle 206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2">
            <a:extLst>
              <a:ext uri="{FF2B5EF4-FFF2-40B4-BE49-F238E27FC236}">
                <a16:creationId xmlns:a16="http://schemas.microsoft.com/office/drawing/2014/main" id="{C5D71566-032C-C01F-2817-D52DD915433C}"/>
              </a:ext>
            </a:extLst>
          </p:cNvPr>
          <p:cNvSpPr>
            <a:spLocks noGrp="1" noChangeArrowheads="1"/>
          </p:cNvSpPr>
          <p:nvPr>
            <p:ph type="title"/>
          </p:nvPr>
        </p:nvSpPr>
        <p:spPr>
          <a:xfrm>
            <a:off x="350041" y="586855"/>
            <a:ext cx="2401025" cy="3387497"/>
          </a:xfrm>
        </p:spPr>
        <p:txBody>
          <a:bodyPr anchor="b">
            <a:normAutofit/>
          </a:bodyPr>
          <a:lstStyle/>
          <a:p>
            <a:pPr algn="r"/>
            <a:r>
              <a:rPr lang="es-ES_tradnl" sz="3500" dirty="0">
                <a:solidFill>
                  <a:srgbClr val="FFFFFF"/>
                </a:solidFill>
              </a:rPr>
              <a:t>JAVASCRIPT AVANZADO E IONIC</a:t>
            </a:r>
            <a:br>
              <a:rPr lang="es-ES_tradnl" sz="3500" dirty="0">
                <a:solidFill>
                  <a:srgbClr val="FFFFFF"/>
                </a:solidFill>
              </a:rPr>
            </a:br>
            <a:br>
              <a:rPr lang="es-ES_tradnl" sz="3500" dirty="0">
                <a:solidFill>
                  <a:srgbClr val="FFFFFF"/>
                </a:solidFill>
              </a:rPr>
            </a:br>
            <a:r>
              <a:rPr lang="es-ES_tradnl" sz="3500" dirty="0" err="1">
                <a:solidFill>
                  <a:srgbClr val="FFFFFF"/>
                </a:solidFill>
              </a:rPr>
              <a:t>Ionic</a:t>
            </a:r>
            <a:endParaRPr lang="es-ES_tradnl" sz="3500" dirty="0">
              <a:solidFill>
                <a:srgbClr val="FFFFFF"/>
              </a:solidFill>
            </a:endParaRPr>
          </a:p>
        </p:txBody>
      </p:sp>
      <p:sp>
        <p:nvSpPr>
          <p:cNvPr id="2051" name="Rectangle 3">
            <a:extLst>
              <a:ext uri="{FF2B5EF4-FFF2-40B4-BE49-F238E27FC236}">
                <a16:creationId xmlns:a16="http://schemas.microsoft.com/office/drawing/2014/main" id="{08F93B5F-3BC2-46E7-4F8B-0A8E2F70AC92}"/>
              </a:ext>
            </a:extLst>
          </p:cNvPr>
          <p:cNvSpPr>
            <a:spLocks noGrp="1" noChangeArrowheads="1"/>
          </p:cNvSpPr>
          <p:nvPr>
            <p:ph type="body" idx="1"/>
          </p:nvPr>
        </p:nvSpPr>
        <p:spPr>
          <a:xfrm>
            <a:off x="3607694" y="649480"/>
            <a:ext cx="4916510" cy="5546047"/>
          </a:xfrm>
        </p:spPr>
        <p:txBody>
          <a:bodyPr anchor="ctr">
            <a:normAutofit/>
          </a:bodyPr>
          <a:lstStyle/>
          <a:p>
            <a:endParaRPr lang="es-ES" sz="1700" dirty="0"/>
          </a:p>
          <a:p>
            <a:r>
              <a:rPr lang="es-ES" sz="1700" dirty="0"/>
              <a:t>Introducción: Instalación, despliegue, conceptos, etc. </a:t>
            </a:r>
          </a:p>
          <a:p>
            <a:r>
              <a:rPr lang="es-ES" sz="1700" dirty="0"/>
              <a:t>Componentes </a:t>
            </a:r>
          </a:p>
          <a:p>
            <a:r>
              <a:rPr lang="es-ES" sz="1700" dirty="0"/>
              <a:t>API: componentes y servicios API </a:t>
            </a:r>
          </a:p>
          <a:p>
            <a:r>
              <a:rPr lang="es-ES" sz="1700" dirty="0"/>
              <a:t>Ionic nativo </a:t>
            </a:r>
          </a:p>
          <a:p>
            <a:r>
              <a:rPr lang="es-ES" sz="1700" dirty="0"/>
              <a:t>Storage </a:t>
            </a:r>
          </a:p>
          <a:p>
            <a:r>
              <a:rPr lang="es-ES" sz="1700" dirty="0"/>
              <a:t>Temas </a:t>
            </a:r>
          </a:p>
          <a:p>
            <a:r>
              <a:rPr lang="es-ES" sz="1700" dirty="0" err="1"/>
              <a:t>Ionicons</a:t>
            </a:r>
            <a:r>
              <a:rPr lang="es-ES" sz="1700" dirty="0"/>
              <a:t> </a:t>
            </a:r>
          </a:p>
          <a:p>
            <a:r>
              <a:rPr lang="es-ES" sz="1700" dirty="0"/>
              <a:t>CLI </a:t>
            </a:r>
          </a:p>
          <a:p>
            <a:pPr marL="0" indent="0">
              <a:buNone/>
            </a:pPr>
            <a:endParaRPr lang="es-ES_tradnl" sz="1700" dirty="0"/>
          </a:p>
        </p:txBody>
      </p:sp>
    </p:spTree>
    <p:extLst>
      <p:ext uri="{BB962C8B-B14F-4D97-AF65-F5344CB8AC3E}">
        <p14:creationId xmlns:p14="http://schemas.microsoft.com/office/powerpoint/2010/main" val="905794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21C64A-4E2C-9687-D875-3DCC7D3B4BE6}"/>
            </a:ext>
          </a:extLst>
        </p:cNvPr>
        <p:cNvGrpSpPr/>
        <p:nvPr/>
      </p:nvGrpSpPr>
      <p:grpSpPr>
        <a:xfrm>
          <a:off x="0" y="0"/>
          <a:ext cx="0" cy="0"/>
          <a:chOff x="0" y="0"/>
          <a:chExt cx="0" cy="0"/>
        </a:xfrm>
      </p:grpSpPr>
      <p:sp useBgFill="1">
        <p:nvSpPr>
          <p:cNvPr id="2056" name="Rectangle 205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8" name="Rectangle 205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Rectangle 206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6" name="Freeform: Shape 206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68" name="Rectangle 206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2">
            <a:extLst>
              <a:ext uri="{FF2B5EF4-FFF2-40B4-BE49-F238E27FC236}">
                <a16:creationId xmlns:a16="http://schemas.microsoft.com/office/drawing/2014/main" id="{1068975E-23E2-1589-FF01-DA65879025C8}"/>
              </a:ext>
            </a:extLst>
          </p:cNvPr>
          <p:cNvSpPr>
            <a:spLocks noGrp="1" noChangeArrowheads="1"/>
          </p:cNvSpPr>
          <p:nvPr>
            <p:ph type="title"/>
          </p:nvPr>
        </p:nvSpPr>
        <p:spPr>
          <a:xfrm>
            <a:off x="350041" y="586855"/>
            <a:ext cx="2401025" cy="3387497"/>
          </a:xfrm>
        </p:spPr>
        <p:txBody>
          <a:bodyPr anchor="b">
            <a:normAutofit/>
          </a:bodyPr>
          <a:lstStyle/>
          <a:p>
            <a:pPr algn="r"/>
            <a:r>
              <a:rPr lang="es-ES_tradnl" sz="3500" dirty="0">
                <a:solidFill>
                  <a:srgbClr val="FFFFFF"/>
                </a:solidFill>
              </a:rPr>
              <a:t>JAVASCRIPT AVANZADO E IONIC</a:t>
            </a:r>
            <a:br>
              <a:rPr lang="es-ES_tradnl" sz="3500" dirty="0">
                <a:solidFill>
                  <a:srgbClr val="FFFFFF"/>
                </a:solidFill>
              </a:rPr>
            </a:br>
            <a:br>
              <a:rPr lang="es-ES_tradnl" sz="3500" dirty="0">
                <a:solidFill>
                  <a:srgbClr val="FFFFFF"/>
                </a:solidFill>
              </a:rPr>
            </a:br>
            <a:r>
              <a:rPr lang="es-ES_tradnl" sz="3500" dirty="0" err="1">
                <a:solidFill>
                  <a:srgbClr val="FFFFFF"/>
                </a:solidFill>
              </a:rPr>
              <a:t>Ionic</a:t>
            </a:r>
            <a:endParaRPr lang="es-ES_tradnl" sz="3500" dirty="0">
              <a:solidFill>
                <a:srgbClr val="FFFFFF"/>
              </a:solidFill>
            </a:endParaRPr>
          </a:p>
        </p:txBody>
      </p:sp>
      <p:sp>
        <p:nvSpPr>
          <p:cNvPr id="2051" name="Rectangle 3">
            <a:extLst>
              <a:ext uri="{FF2B5EF4-FFF2-40B4-BE49-F238E27FC236}">
                <a16:creationId xmlns:a16="http://schemas.microsoft.com/office/drawing/2014/main" id="{698EECB9-FE6B-EEA5-6A43-204BD4C07A5C}"/>
              </a:ext>
            </a:extLst>
          </p:cNvPr>
          <p:cNvSpPr>
            <a:spLocks noGrp="1" noChangeArrowheads="1"/>
          </p:cNvSpPr>
          <p:nvPr>
            <p:ph type="body" idx="1"/>
          </p:nvPr>
        </p:nvSpPr>
        <p:spPr>
          <a:xfrm>
            <a:off x="3607694" y="649480"/>
            <a:ext cx="4916510" cy="5546047"/>
          </a:xfrm>
        </p:spPr>
        <p:txBody>
          <a:bodyPr anchor="ctr">
            <a:normAutofit/>
          </a:bodyPr>
          <a:lstStyle/>
          <a:p>
            <a:endParaRPr lang="es-ES" sz="1700"/>
          </a:p>
          <a:p>
            <a:pPr marL="0" indent="0">
              <a:buNone/>
            </a:pPr>
            <a:r>
              <a:rPr lang="es-ES" sz="1700"/>
              <a:t>Con Ionic puedes crear aplicaciones móviles híbridas para iOS y Android utilizando web technologies como HTML, CSS y JavaScript. Esto te permite desarrollar aplicaciones de alta calidad de manera rápida y sencilla. </a:t>
            </a:r>
            <a:endParaRPr lang="es-ES_tradnl" sz="1700"/>
          </a:p>
        </p:txBody>
      </p:sp>
    </p:spTree>
    <p:extLst>
      <p:ext uri="{BB962C8B-B14F-4D97-AF65-F5344CB8AC3E}">
        <p14:creationId xmlns:p14="http://schemas.microsoft.com/office/powerpoint/2010/main" val="1195788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101088-9081-FA4E-953F-93C6E55BA44A}"/>
            </a:ext>
          </a:extLst>
        </p:cNvPr>
        <p:cNvGrpSpPr/>
        <p:nvPr/>
      </p:nvGrpSpPr>
      <p:grpSpPr>
        <a:xfrm>
          <a:off x="0" y="0"/>
          <a:ext cx="0" cy="0"/>
          <a:chOff x="0" y="0"/>
          <a:chExt cx="0" cy="0"/>
        </a:xfrm>
      </p:grpSpPr>
      <p:sp useBgFill="1">
        <p:nvSpPr>
          <p:cNvPr id="2063" name="Rectangle 205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65" name="Rectangle 205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5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Rectangle 206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6" name="Freeform: Shape 206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68" name="Rectangle 206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2">
            <a:extLst>
              <a:ext uri="{FF2B5EF4-FFF2-40B4-BE49-F238E27FC236}">
                <a16:creationId xmlns:a16="http://schemas.microsoft.com/office/drawing/2014/main" id="{277BF349-6168-184A-CC2A-4F8D9DA1FBC4}"/>
              </a:ext>
            </a:extLst>
          </p:cNvPr>
          <p:cNvSpPr>
            <a:spLocks noGrp="1" noChangeArrowheads="1"/>
          </p:cNvSpPr>
          <p:nvPr>
            <p:ph type="title"/>
          </p:nvPr>
        </p:nvSpPr>
        <p:spPr>
          <a:xfrm>
            <a:off x="350041" y="586855"/>
            <a:ext cx="2401025" cy="3387497"/>
          </a:xfrm>
        </p:spPr>
        <p:txBody>
          <a:bodyPr anchor="b">
            <a:normAutofit/>
          </a:bodyPr>
          <a:lstStyle/>
          <a:p>
            <a:pPr algn="r"/>
            <a:r>
              <a:rPr lang="es-ES_tradnl" sz="3500" dirty="0">
                <a:solidFill>
                  <a:srgbClr val="FFFFFF"/>
                </a:solidFill>
              </a:rPr>
              <a:t>JAVASCRIPT AVANZADO E IONIC</a:t>
            </a:r>
            <a:br>
              <a:rPr lang="es-ES_tradnl" sz="3500" dirty="0">
                <a:solidFill>
                  <a:srgbClr val="FFFFFF"/>
                </a:solidFill>
              </a:rPr>
            </a:br>
            <a:br>
              <a:rPr lang="es-ES_tradnl" sz="3500" dirty="0">
                <a:solidFill>
                  <a:srgbClr val="FFFFFF"/>
                </a:solidFill>
              </a:rPr>
            </a:br>
            <a:r>
              <a:rPr lang="es-ES_tradnl" sz="3500" dirty="0" err="1">
                <a:solidFill>
                  <a:srgbClr val="FFFFFF"/>
                </a:solidFill>
              </a:rPr>
              <a:t>Ionic</a:t>
            </a:r>
            <a:endParaRPr lang="es-ES_tradnl" sz="3500" dirty="0">
              <a:solidFill>
                <a:srgbClr val="FFFFFF"/>
              </a:solidFill>
            </a:endParaRPr>
          </a:p>
        </p:txBody>
      </p:sp>
      <p:sp>
        <p:nvSpPr>
          <p:cNvPr id="2051" name="Rectangle 3">
            <a:extLst>
              <a:ext uri="{FF2B5EF4-FFF2-40B4-BE49-F238E27FC236}">
                <a16:creationId xmlns:a16="http://schemas.microsoft.com/office/drawing/2014/main" id="{70038F74-FDA1-9788-BD01-2A11540C14A8}"/>
              </a:ext>
            </a:extLst>
          </p:cNvPr>
          <p:cNvSpPr>
            <a:spLocks noGrp="1" noChangeArrowheads="1"/>
          </p:cNvSpPr>
          <p:nvPr>
            <p:ph type="body" idx="1"/>
          </p:nvPr>
        </p:nvSpPr>
        <p:spPr>
          <a:xfrm>
            <a:off x="3607694" y="649480"/>
            <a:ext cx="4916510" cy="5546047"/>
          </a:xfrm>
        </p:spPr>
        <p:txBody>
          <a:bodyPr anchor="ctr">
            <a:normAutofit/>
          </a:bodyPr>
          <a:lstStyle/>
          <a:p>
            <a:pPr marL="0" indent="0">
              <a:buNone/>
            </a:pPr>
            <a:r>
              <a:rPr lang="es-ES" sz="1700"/>
              <a:t>¿Qué es Ionic?</a:t>
            </a:r>
          </a:p>
          <a:p>
            <a:pPr marL="0" indent="0">
              <a:buNone/>
            </a:pPr>
            <a:r>
              <a:rPr lang="es-ES" sz="1700"/>
              <a:t>Ionic es un un framework de desarrollo de aplicaciones mediante JavaScript creado por una compañía con el mismo nombre (Ionic).</a:t>
            </a:r>
          </a:p>
          <a:p>
            <a:pPr marL="0" indent="0">
              <a:buNone/>
            </a:pPr>
            <a:r>
              <a:rPr lang="es-ES" sz="1700"/>
              <a:t>Los componentes web son elementos HTML personalizados creados mediante JavaScript. Ionic provee una larga lista de estos componentes para su utilización con la ventaja de que por defecto vienen con un diseño que los hace ver muy profesionales. </a:t>
            </a:r>
          </a:p>
          <a:p>
            <a:pPr marL="0" indent="0">
              <a:buNone/>
            </a:pPr>
            <a:r>
              <a:rPr lang="es-ES" sz="1700"/>
              <a:t>Estos componentes tienen un diseño bastante profesional, se adaptan a la plataforma en la que se están utilizando, de forma que el diseño de sus elementos se muestra diferente acorde a la plataforma Android o iOS, según se esté utilizando.</a:t>
            </a:r>
          </a:p>
          <a:p>
            <a:pPr marL="0" indent="0">
              <a:buNone/>
            </a:pPr>
            <a:r>
              <a:rPr lang="es-ES" sz="1700"/>
              <a:t>Con estos componentes web podemos crear aplicaciones que se muestran como nativas de forma muy sencilla.</a:t>
            </a:r>
            <a:endParaRPr lang="es-ES_tradnl" sz="1700"/>
          </a:p>
        </p:txBody>
      </p:sp>
    </p:spTree>
    <p:extLst>
      <p:ext uri="{BB962C8B-B14F-4D97-AF65-F5344CB8AC3E}">
        <p14:creationId xmlns:p14="http://schemas.microsoft.com/office/powerpoint/2010/main" val="2426206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1AE4D8C2-29F1-D12F-6584-CFC07F293551}"/>
            </a:ext>
          </a:extLst>
        </p:cNvPr>
        <p:cNvGrpSpPr/>
        <p:nvPr/>
      </p:nvGrpSpPr>
      <p:grpSpPr>
        <a:xfrm>
          <a:off x="0" y="0"/>
          <a:ext cx="0" cy="0"/>
          <a:chOff x="0" y="0"/>
          <a:chExt cx="0" cy="0"/>
        </a:xfrm>
      </p:grpSpPr>
      <p:sp>
        <p:nvSpPr>
          <p:cNvPr id="2056" name="Freeform: Shape 2055">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3315999"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8" name="Freeform: Shape 2057">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74171"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0" name="Rectangle 2">
            <a:extLst>
              <a:ext uri="{FF2B5EF4-FFF2-40B4-BE49-F238E27FC236}">
                <a16:creationId xmlns:a16="http://schemas.microsoft.com/office/drawing/2014/main" id="{5FD534E2-7ADE-4EB5-8950-F9E1021170DF}"/>
              </a:ext>
            </a:extLst>
          </p:cNvPr>
          <p:cNvSpPr>
            <a:spLocks noGrp="1" noChangeArrowheads="1"/>
          </p:cNvSpPr>
          <p:nvPr>
            <p:ph type="title"/>
          </p:nvPr>
        </p:nvSpPr>
        <p:spPr>
          <a:xfrm>
            <a:off x="603504" y="1412489"/>
            <a:ext cx="2153321" cy="2127124"/>
          </a:xfrm>
        </p:spPr>
        <p:txBody>
          <a:bodyPr vert="horz" lIns="91440" tIns="45720" rIns="91440" bIns="45720" rtlCol="0" anchor="t">
            <a:normAutofit fontScale="90000"/>
          </a:bodyPr>
          <a:lstStyle/>
          <a:p>
            <a:pPr algn="l" defTabSz="914400">
              <a:lnSpc>
                <a:spcPct val="90000"/>
              </a:lnSpc>
            </a:pPr>
            <a:r>
              <a:rPr lang="en-US" sz="3100" kern="1200" dirty="0">
                <a:solidFill>
                  <a:schemeClr val="bg1"/>
                </a:solidFill>
                <a:latin typeface="+mj-lt"/>
                <a:ea typeface="+mj-ea"/>
                <a:cs typeface="+mj-cs"/>
              </a:rPr>
              <a:t>JAVASCRIPT AVANZADO E IONIC</a:t>
            </a:r>
            <a:br>
              <a:rPr lang="en-US" sz="3100" kern="1200" dirty="0">
                <a:solidFill>
                  <a:schemeClr val="bg1"/>
                </a:solidFill>
                <a:latin typeface="+mj-lt"/>
                <a:ea typeface="+mj-ea"/>
                <a:cs typeface="+mj-cs"/>
              </a:rPr>
            </a:br>
            <a:br>
              <a:rPr lang="en-US" sz="3100" kern="1200" dirty="0">
                <a:solidFill>
                  <a:schemeClr val="bg1"/>
                </a:solidFill>
                <a:latin typeface="+mj-lt"/>
                <a:ea typeface="+mj-ea"/>
                <a:cs typeface="+mj-cs"/>
              </a:rPr>
            </a:br>
            <a:r>
              <a:rPr lang="en-US" sz="3100" kern="1200" dirty="0" err="1">
                <a:solidFill>
                  <a:schemeClr val="bg1"/>
                </a:solidFill>
                <a:latin typeface="+mj-lt"/>
                <a:ea typeface="+mj-ea"/>
                <a:cs typeface="+mj-cs"/>
              </a:rPr>
              <a:t>Ionic</a:t>
            </a:r>
            <a:endParaRPr lang="en-US" sz="3100" kern="1200" dirty="0">
              <a:solidFill>
                <a:schemeClr val="bg1"/>
              </a:solidFill>
              <a:latin typeface="+mj-lt"/>
              <a:ea typeface="+mj-ea"/>
              <a:cs typeface="+mj-cs"/>
            </a:endParaRPr>
          </a:p>
        </p:txBody>
      </p:sp>
      <p:sp>
        <p:nvSpPr>
          <p:cNvPr id="2051" name="Rectangle 3">
            <a:extLst>
              <a:ext uri="{FF2B5EF4-FFF2-40B4-BE49-F238E27FC236}">
                <a16:creationId xmlns:a16="http://schemas.microsoft.com/office/drawing/2014/main" id="{E7650A50-94F5-DD61-0EB0-A2B2C0F8E7A4}"/>
              </a:ext>
            </a:extLst>
          </p:cNvPr>
          <p:cNvSpPr>
            <a:spLocks noGrp="1" noChangeArrowheads="1"/>
          </p:cNvSpPr>
          <p:nvPr>
            <p:ph type="body" idx="1"/>
          </p:nvPr>
        </p:nvSpPr>
        <p:spPr>
          <a:xfrm>
            <a:off x="3899244" y="1412489"/>
            <a:ext cx="2194560" cy="4363844"/>
          </a:xfrm>
        </p:spPr>
        <p:txBody>
          <a:bodyPr vert="horz" lIns="91440" tIns="45720" rIns="91440" bIns="45720" rtlCol="0">
            <a:normAutofit/>
          </a:bodyPr>
          <a:lstStyle/>
          <a:p>
            <a:pPr marL="0" indent="-228600" defTabSz="914400">
              <a:lnSpc>
                <a:spcPct val="90000"/>
              </a:lnSpc>
              <a:buFont typeface="Arial" panose="020B0604020202020204" pitchFamily="34" charset="0"/>
              <a:buChar char="•"/>
            </a:pPr>
            <a:endParaRPr lang="en-US" sz="1700" dirty="0"/>
          </a:p>
          <a:p>
            <a:pPr marL="0" indent="-228600" defTabSz="914400">
              <a:lnSpc>
                <a:spcPct val="90000"/>
              </a:lnSpc>
              <a:buFont typeface="Arial" panose="020B0604020202020204" pitchFamily="34" charset="0"/>
              <a:buChar char="•"/>
            </a:pPr>
            <a:endParaRPr lang="en-US" sz="1700" dirty="0"/>
          </a:p>
        </p:txBody>
      </p:sp>
      <p:sp>
        <p:nvSpPr>
          <p:cNvPr id="3" name="CuadroTexto 2">
            <a:extLst>
              <a:ext uri="{FF2B5EF4-FFF2-40B4-BE49-F238E27FC236}">
                <a16:creationId xmlns:a16="http://schemas.microsoft.com/office/drawing/2014/main" id="{831E00CE-3386-6392-368D-6778A9E4D917}"/>
              </a:ext>
            </a:extLst>
          </p:cNvPr>
          <p:cNvSpPr txBox="1"/>
          <p:nvPr/>
        </p:nvSpPr>
        <p:spPr>
          <a:xfrm>
            <a:off x="3558012" y="1412489"/>
            <a:ext cx="4975251" cy="4363844"/>
          </a:xfrm>
          <a:prstGeom prst="rect">
            <a:avLst/>
          </a:prstGeom>
        </p:spPr>
        <p:txBody>
          <a:bodyPr vert="horz" lIns="91440" tIns="45720" rIns="91440" bIns="45720" rtlCol="0">
            <a:normAutofit/>
          </a:bodyPr>
          <a:lstStyle/>
          <a:p>
            <a:pPr defTabSz="914400">
              <a:lnSpc>
                <a:spcPct val="90000"/>
              </a:lnSpc>
              <a:spcAft>
                <a:spcPts val="600"/>
              </a:spcAft>
            </a:pPr>
            <a:r>
              <a:rPr lang="en-US" sz="1700" b="1" dirty="0"/>
              <a:t>Ionic vs React Native vs Flutter vs Kotlin Multiplatform vs Kotlin/Java vs Swift vs .NET Maui (C#)</a:t>
            </a:r>
          </a:p>
          <a:p>
            <a:pPr indent="-228600" defTabSz="914400">
              <a:lnSpc>
                <a:spcPct val="90000"/>
              </a:lnSpc>
              <a:spcAft>
                <a:spcPts val="600"/>
              </a:spcAft>
              <a:buFont typeface="Arial" panose="020B0604020202020204" pitchFamily="34" charset="0"/>
              <a:buChar char="•"/>
            </a:pPr>
            <a:endParaRPr lang="en-US" sz="1700" b="1" dirty="0"/>
          </a:p>
          <a:p>
            <a:pPr defTabSz="914400">
              <a:lnSpc>
                <a:spcPct val="90000"/>
              </a:lnSpc>
              <a:spcAft>
                <a:spcPts val="600"/>
              </a:spcAft>
            </a:pPr>
            <a:r>
              <a:rPr lang="en-US" sz="1700" dirty="0"/>
              <a:t>Ionic </a:t>
            </a:r>
            <a:r>
              <a:rPr lang="en-US" sz="1700" dirty="0" err="1"/>
              <a:t>permiten</a:t>
            </a:r>
            <a:r>
              <a:rPr lang="en-US" sz="1700" dirty="0"/>
              <a:t> </a:t>
            </a:r>
            <a:r>
              <a:rPr lang="en-US" sz="1700" dirty="0" err="1"/>
              <a:t>crear</a:t>
            </a:r>
            <a:r>
              <a:rPr lang="en-US" sz="1700" dirty="0"/>
              <a:t> </a:t>
            </a:r>
            <a:r>
              <a:rPr lang="en-US" sz="1700" dirty="0" err="1"/>
              <a:t>aplicaciones</a:t>
            </a:r>
            <a:r>
              <a:rPr lang="en-US" sz="1700" dirty="0"/>
              <a:t> </a:t>
            </a:r>
            <a:r>
              <a:rPr lang="en-US" sz="1700" dirty="0" err="1"/>
              <a:t>atractivas</a:t>
            </a:r>
            <a:r>
              <a:rPr lang="en-US" sz="1700" dirty="0"/>
              <a:t> </a:t>
            </a:r>
            <a:r>
              <a:rPr lang="en-US" sz="1700" dirty="0" err="1"/>
              <a:t>utilizando</a:t>
            </a:r>
            <a:r>
              <a:rPr lang="en-US" sz="1700" dirty="0"/>
              <a:t> HTML, CSS y JS. Su </a:t>
            </a:r>
            <a:r>
              <a:rPr lang="en-US" sz="1700" dirty="0" err="1"/>
              <a:t>ventaja</a:t>
            </a:r>
            <a:r>
              <a:rPr lang="en-US" sz="1700" dirty="0"/>
              <a:t> es </a:t>
            </a:r>
            <a:r>
              <a:rPr lang="en-US" sz="1700" dirty="0" err="1"/>
              <a:t>poder</a:t>
            </a:r>
            <a:r>
              <a:rPr lang="en-US" sz="1700" dirty="0"/>
              <a:t> </a:t>
            </a:r>
            <a:r>
              <a:rPr lang="en-US" sz="1700" dirty="0" err="1"/>
              <a:t>utilizar</a:t>
            </a:r>
            <a:r>
              <a:rPr lang="en-US" sz="1700" dirty="0"/>
              <a:t> </a:t>
            </a:r>
            <a:r>
              <a:rPr lang="en-US" sz="1700" dirty="0" err="1"/>
              <a:t>este</a:t>
            </a:r>
            <a:r>
              <a:rPr lang="en-US" sz="1700" dirty="0"/>
              <a:t> </a:t>
            </a:r>
            <a:r>
              <a:rPr lang="en-US" sz="1700" dirty="0" err="1"/>
              <a:t>mismo</a:t>
            </a:r>
            <a:r>
              <a:rPr lang="en-US" sz="1700" dirty="0"/>
              <a:t> stack para </a:t>
            </a:r>
            <a:r>
              <a:rPr lang="en-US" sz="1700" dirty="0" err="1"/>
              <a:t>crear</a:t>
            </a:r>
            <a:r>
              <a:rPr lang="en-US" sz="1700" dirty="0"/>
              <a:t> </a:t>
            </a:r>
            <a:r>
              <a:rPr lang="en-US" sz="1700" dirty="0" err="1"/>
              <a:t>cualquier</a:t>
            </a:r>
            <a:r>
              <a:rPr lang="en-US" sz="1700" dirty="0"/>
              <a:t> </a:t>
            </a:r>
            <a:r>
              <a:rPr lang="en-US" sz="1700" dirty="0" err="1"/>
              <a:t>tipo</a:t>
            </a:r>
            <a:r>
              <a:rPr lang="en-US" sz="1700" dirty="0"/>
              <a:t> de </a:t>
            </a:r>
            <a:r>
              <a:rPr lang="en-US" sz="1700" dirty="0" err="1"/>
              <a:t>aplicación</a:t>
            </a:r>
            <a:r>
              <a:rPr lang="en-US" sz="1700" dirty="0"/>
              <a:t> </a:t>
            </a:r>
            <a:r>
              <a:rPr lang="en-US" sz="1700" dirty="0" err="1"/>
              <a:t>en</a:t>
            </a:r>
            <a:r>
              <a:rPr lang="en-US" sz="1700" dirty="0"/>
              <a:t> Ionic. Sin embargo, </a:t>
            </a:r>
            <a:r>
              <a:rPr lang="en-US" sz="1700" dirty="0" err="1"/>
              <a:t>existen</a:t>
            </a:r>
            <a:r>
              <a:rPr lang="en-US" sz="1700" dirty="0"/>
              <a:t> </a:t>
            </a:r>
            <a:r>
              <a:rPr lang="en-US" sz="1700" dirty="0" err="1"/>
              <a:t>en</a:t>
            </a:r>
            <a:r>
              <a:rPr lang="en-US" sz="1700" dirty="0"/>
              <a:t> </a:t>
            </a:r>
            <a:r>
              <a:rPr lang="en-US" sz="1700" dirty="0" err="1"/>
              <a:t>el</a:t>
            </a:r>
            <a:r>
              <a:rPr lang="en-US" sz="1700" dirty="0"/>
              <a:t> mercado </a:t>
            </a:r>
            <a:r>
              <a:rPr lang="en-US" sz="1700" dirty="0" err="1"/>
              <a:t>otras</a:t>
            </a:r>
            <a:r>
              <a:rPr lang="en-US" sz="1700" dirty="0"/>
              <a:t> </a:t>
            </a:r>
            <a:r>
              <a:rPr lang="en-US" sz="1700" dirty="0" err="1"/>
              <a:t>opciones</a:t>
            </a:r>
            <a:r>
              <a:rPr lang="en-US" sz="1700" dirty="0"/>
              <a:t> para </a:t>
            </a:r>
            <a:r>
              <a:rPr lang="en-US" sz="1700" dirty="0" err="1"/>
              <a:t>crear</a:t>
            </a:r>
            <a:r>
              <a:rPr lang="en-US" sz="1700" dirty="0"/>
              <a:t> </a:t>
            </a:r>
            <a:r>
              <a:rPr lang="en-US" sz="1700" dirty="0" err="1"/>
              <a:t>aplicaciones</a:t>
            </a:r>
            <a:r>
              <a:rPr lang="en-US" sz="1700" dirty="0"/>
              <a:t> </a:t>
            </a:r>
            <a:r>
              <a:rPr lang="en-US" sz="1700" dirty="0" err="1"/>
              <a:t>móviles</a:t>
            </a:r>
            <a:r>
              <a:rPr lang="en-US" sz="1700" dirty="0"/>
              <a:t>.</a:t>
            </a:r>
          </a:p>
          <a:p>
            <a:pPr indent="-228600" defTabSz="914400">
              <a:lnSpc>
                <a:spcPct val="90000"/>
              </a:lnSpc>
              <a:spcAft>
                <a:spcPts val="600"/>
              </a:spcAft>
              <a:buFont typeface="Arial" panose="020B0604020202020204" pitchFamily="34" charset="0"/>
              <a:buChar char="•"/>
            </a:pPr>
            <a:endParaRPr lang="en-US" sz="1700" dirty="0"/>
          </a:p>
        </p:txBody>
      </p:sp>
    </p:spTree>
    <p:extLst>
      <p:ext uri="{BB962C8B-B14F-4D97-AF65-F5344CB8AC3E}">
        <p14:creationId xmlns:p14="http://schemas.microsoft.com/office/powerpoint/2010/main" val="753428411"/>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24E0A97-8F59-AC7F-E090-774BB0F056DE}"/>
              </a:ext>
            </a:extLst>
          </p:cNvPr>
          <p:cNvSpPr>
            <a:spLocks noGrp="1"/>
          </p:cNvSpPr>
          <p:nvPr>
            <p:ph type="title"/>
          </p:nvPr>
        </p:nvSpPr>
        <p:spPr>
          <a:xfrm>
            <a:off x="5429260" y="525982"/>
            <a:ext cx="3212237" cy="1200361"/>
          </a:xfrm>
        </p:spPr>
        <p:txBody>
          <a:bodyPr anchor="b">
            <a:normAutofit/>
          </a:bodyPr>
          <a:lstStyle/>
          <a:p>
            <a:r>
              <a:rPr lang="es-ES" sz="3100"/>
              <a:t>Google Drive</a:t>
            </a:r>
          </a:p>
        </p:txBody>
      </p:sp>
      <p:sp>
        <p:nvSpPr>
          <p:cNvPr id="25" name="Rectangle 2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67227" y="1694387"/>
            <a:ext cx="740664" cy="88751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675" y="354959"/>
            <a:ext cx="4638730"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458339" y="1944913"/>
            <a:ext cx="30175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44D2802-6D46-3A89-CDDB-22AF4DD2152E}"/>
              </a:ext>
            </a:extLst>
          </p:cNvPr>
          <p:cNvSpPr>
            <a:spLocks noGrp="1"/>
          </p:cNvSpPr>
          <p:nvPr>
            <p:ph idx="1"/>
          </p:nvPr>
        </p:nvSpPr>
        <p:spPr>
          <a:xfrm>
            <a:off x="5429259" y="2031101"/>
            <a:ext cx="3212238" cy="3511943"/>
          </a:xfrm>
        </p:spPr>
        <p:txBody>
          <a:bodyPr anchor="ctr">
            <a:normAutofit/>
          </a:bodyPr>
          <a:lstStyle/>
          <a:p>
            <a:r>
              <a:rPr lang="es-ES" sz="1600" dirty="0">
                <a:hlinkClick r:id="rId2"/>
              </a:rPr>
              <a:t>https://drive.google.com/drive/folders/1n7nvhLvA6xd8kRfmqE9ooW1Vi5jhUqn5?usp=drive_link</a:t>
            </a:r>
            <a:endParaRPr lang="es-ES" sz="1600" dirty="0"/>
          </a:p>
          <a:p>
            <a:endParaRPr lang="es-ES" sz="1600" dirty="0"/>
          </a:p>
        </p:txBody>
      </p:sp>
      <p:sp>
        <p:nvSpPr>
          <p:cNvPr id="31" name="Rectangle 30">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65301" y="6072626"/>
            <a:ext cx="740664" cy="1155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22504FBA-9093-F0E8-3612-66881EB45AFA}"/>
              </a:ext>
            </a:extLst>
          </p:cNvPr>
          <p:cNvPicPr>
            <a:picLocks noChangeAspect="1"/>
          </p:cNvPicPr>
          <p:nvPr/>
        </p:nvPicPr>
        <p:blipFill>
          <a:blip r:embed="rId3"/>
          <a:stretch>
            <a:fillRect/>
          </a:stretch>
        </p:blipFill>
        <p:spPr>
          <a:xfrm>
            <a:off x="683536" y="1202214"/>
            <a:ext cx="3888463" cy="3888463"/>
          </a:xfrm>
          <a:prstGeom prst="rect">
            <a:avLst/>
          </a:prstGeom>
        </p:spPr>
      </p:pic>
    </p:spTree>
    <p:extLst>
      <p:ext uri="{BB962C8B-B14F-4D97-AF65-F5344CB8AC3E}">
        <p14:creationId xmlns:p14="http://schemas.microsoft.com/office/powerpoint/2010/main" val="2559619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EB2E03-4D45-AEB3-BA8A-8FF8A3833F44}"/>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412" y="-1"/>
            <a:ext cx="3909949" cy="6883030"/>
            <a:chOff x="-19217" y="-1"/>
            <a:chExt cx="5213267" cy="6883030"/>
          </a:xfrm>
        </p:grpSpPr>
        <p:sp>
          <p:nvSpPr>
            <p:cNvPr id="51" name="Rectangle 50">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3" name="Rectangle 52">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ítulo 1">
            <a:extLst>
              <a:ext uri="{FF2B5EF4-FFF2-40B4-BE49-F238E27FC236}">
                <a16:creationId xmlns:a16="http://schemas.microsoft.com/office/drawing/2014/main" id="{C9638DD1-CDB8-BBA3-582D-8D003B6ACA83}"/>
              </a:ext>
            </a:extLst>
          </p:cNvPr>
          <p:cNvSpPr>
            <a:spLocks noGrp="1"/>
          </p:cNvSpPr>
          <p:nvPr>
            <p:ph type="title"/>
          </p:nvPr>
        </p:nvSpPr>
        <p:spPr>
          <a:xfrm>
            <a:off x="566613" y="739835"/>
            <a:ext cx="2776935" cy="1616203"/>
          </a:xfrm>
        </p:spPr>
        <p:txBody>
          <a:bodyPr vert="horz" lIns="91440" tIns="45720" rIns="91440" bIns="45720" rtlCol="0" anchor="b">
            <a:normAutofit/>
          </a:bodyPr>
          <a:lstStyle/>
          <a:p>
            <a:pPr defTabSz="914400"/>
            <a:r>
              <a:rPr lang="en-US" sz="2800" kern="1200">
                <a:solidFill>
                  <a:srgbClr val="FFFFFF"/>
                </a:solidFill>
                <a:latin typeface="+mj-lt"/>
                <a:ea typeface="+mj-ea"/>
                <a:cs typeface="+mj-cs"/>
              </a:rPr>
              <a:t>WhatsApp</a:t>
            </a:r>
          </a:p>
        </p:txBody>
      </p:sp>
      <p:sp>
        <p:nvSpPr>
          <p:cNvPr id="3" name="Marcador de contenido 2">
            <a:extLst>
              <a:ext uri="{FF2B5EF4-FFF2-40B4-BE49-F238E27FC236}">
                <a16:creationId xmlns:a16="http://schemas.microsoft.com/office/drawing/2014/main" id="{8D1772FE-3122-CDC5-FD98-E54B68818AF1}"/>
              </a:ext>
            </a:extLst>
          </p:cNvPr>
          <p:cNvSpPr>
            <a:spLocks noGrp="1"/>
          </p:cNvSpPr>
          <p:nvPr>
            <p:ph idx="1"/>
          </p:nvPr>
        </p:nvSpPr>
        <p:spPr>
          <a:xfrm>
            <a:off x="566613" y="2459116"/>
            <a:ext cx="2776934" cy="3524823"/>
          </a:xfrm>
        </p:spPr>
        <p:txBody>
          <a:bodyPr vert="horz" lIns="91440" tIns="45720" rIns="91440" bIns="45720" rtlCol="0">
            <a:normAutofit/>
          </a:bodyPr>
          <a:lstStyle/>
          <a:p>
            <a:pPr marL="0" indent="0" defTabSz="914400">
              <a:spcBef>
                <a:spcPts val="1000"/>
              </a:spcBef>
              <a:buNone/>
            </a:pPr>
            <a:r>
              <a:rPr lang="en-US" sz="1700">
                <a:solidFill>
                  <a:srgbClr val="FFFFFF"/>
                </a:solidFill>
              </a:rPr>
              <a:t>https://chat.whatsapp.com/GiesXQpD0QhCb8nJovVqt3?s=sw&amp;p=a&amp;ilr=4&amp;iam=0</a:t>
            </a:r>
            <a:endParaRPr lang="en-US" sz="1700" kern="1200">
              <a:solidFill>
                <a:srgbClr val="FFFFFF"/>
              </a:solidFill>
              <a:latin typeface="+mn-lt"/>
              <a:ea typeface="+mn-ea"/>
              <a:cs typeface="+mn-cs"/>
            </a:endParaRPr>
          </a:p>
        </p:txBody>
      </p:sp>
      <p:pic>
        <p:nvPicPr>
          <p:cNvPr id="5" name="Imagen 4">
            <a:extLst>
              <a:ext uri="{FF2B5EF4-FFF2-40B4-BE49-F238E27FC236}">
                <a16:creationId xmlns:a16="http://schemas.microsoft.com/office/drawing/2014/main" id="{EB613B88-1415-5CE8-B850-BAB20C92CC45}"/>
              </a:ext>
            </a:extLst>
          </p:cNvPr>
          <p:cNvPicPr>
            <a:picLocks noChangeAspect="1"/>
          </p:cNvPicPr>
          <p:nvPr/>
        </p:nvPicPr>
        <p:blipFill>
          <a:blip r:embed="rId2"/>
          <a:stretch>
            <a:fillRect/>
          </a:stretch>
        </p:blipFill>
        <p:spPr>
          <a:xfrm>
            <a:off x="4503978" y="1401374"/>
            <a:ext cx="4055251" cy="4055251"/>
          </a:xfrm>
          <a:prstGeom prst="rect">
            <a:avLst/>
          </a:prstGeom>
        </p:spPr>
      </p:pic>
    </p:spTree>
    <p:extLst>
      <p:ext uri="{BB962C8B-B14F-4D97-AF65-F5344CB8AC3E}">
        <p14:creationId xmlns:p14="http://schemas.microsoft.com/office/powerpoint/2010/main" val="1526879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35B061-129E-7614-CB6F-7E0EB3345271}"/>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DC78BCD-D664-7C03-AB02-30BFDDB2E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D1DD265-71CD-8EE1-531F-6B40BC7BC633}"/>
              </a:ext>
            </a:extLst>
          </p:cNvPr>
          <p:cNvSpPr>
            <a:spLocks noGrp="1"/>
          </p:cNvSpPr>
          <p:nvPr>
            <p:ph type="title"/>
          </p:nvPr>
        </p:nvSpPr>
        <p:spPr>
          <a:xfrm>
            <a:off x="5429260" y="525982"/>
            <a:ext cx="3212237" cy="1200361"/>
          </a:xfrm>
        </p:spPr>
        <p:txBody>
          <a:bodyPr anchor="b">
            <a:normAutofit/>
          </a:bodyPr>
          <a:lstStyle/>
          <a:p>
            <a:r>
              <a:rPr lang="es-ES" sz="3100" dirty="0"/>
              <a:t>Página web</a:t>
            </a:r>
          </a:p>
        </p:txBody>
      </p:sp>
      <p:sp>
        <p:nvSpPr>
          <p:cNvPr id="25" name="Rectangle 24">
            <a:extLst>
              <a:ext uri="{FF2B5EF4-FFF2-40B4-BE49-F238E27FC236}">
                <a16:creationId xmlns:a16="http://schemas.microsoft.com/office/drawing/2014/main" id="{BCE319E7-BBB3-D503-D385-CA2E8FE5D9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67227" y="1694387"/>
            <a:ext cx="740664" cy="88751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F0F1107-C767-320F-E451-D95410C2D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675" y="354959"/>
            <a:ext cx="4638730"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7B3D395-5A4F-A209-FF79-30E493FB2C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458339" y="1944913"/>
            <a:ext cx="30175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2507507-4C61-6C46-7FF8-991BBA65DBDB}"/>
              </a:ext>
            </a:extLst>
          </p:cNvPr>
          <p:cNvSpPr>
            <a:spLocks noGrp="1"/>
          </p:cNvSpPr>
          <p:nvPr>
            <p:ph idx="1"/>
          </p:nvPr>
        </p:nvSpPr>
        <p:spPr>
          <a:xfrm>
            <a:off x="5429259" y="2031101"/>
            <a:ext cx="3212238" cy="3511943"/>
          </a:xfrm>
        </p:spPr>
        <p:txBody>
          <a:bodyPr anchor="ctr">
            <a:normAutofit/>
          </a:bodyPr>
          <a:lstStyle/>
          <a:p>
            <a:pPr marL="0" indent="0">
              <a:buNone/>
            </a:pPr>
            <a:r>
              <a:rPr lang="es-ES" sz="1600" dirty="0"/>
              <a:t>https://cursos.kuvuni.com/js/</a:t>
            </a:r>
          </a:p>
        </p:txBody>
      </p:sp>
      <p:sp>
        <p:nvSpPr>
          <p:cNvPr id="31" name="Rectangle 30">
            <a:extLst>
              <a:ext uri="{FF2B5EF4-FFF2-40B4-BE49-F238E27FC236}">
                <a16:creationId xmlns:a16="http://schemas.microsoft.com/office/drawing/2014/main" id="{CD270149-C8F4-6470-EDD1-79DD10752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65301" y="6072626"/>
            <a:ext cx="740664" cy="1155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653C8B95-EBE7-2F57-2D55-E6687AD677FE}"/>
              </a:ext>
            </a:extLst>
          </p:cNvPr>
          <p:cNvPicPr>
            <a:picLocks noChangeAspect="1"/>
          </p:cNvPicPr>
          <p:nvPr/>
        </p:nvPicPr>
        <p:blipFill>
          <a:blip r:embed="rId2"/>
          <a:stretch>
            <a:fillRect/>
          </a:stretch>
        </p:blipFill>
        <p:spPr>
          <a:xfrm>
            <a:off x="1217007" y="1632415"/>
            <a:ext cx="2496784" cy="2496784"/>
          </a:xfrm>
          <a:prstGeom prst="rect">
            <a:avLst/>
          </a:prstGeom>
        </p:spPr>
      </p:pic>
    </p:spTree>
    <p:extLst>
      <p:ext uri="{BB962C8B-B14F-4D97-AF65-F5344CB8AC3E}">
        <p14:creationId xmlns:p14="http://schemas.microsoft.com/office/powerpoint/2010/main" val="2095241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891743" y="-15978"/>
            <a:ext cx="5360514" cy="5876916"/>
            <a:chOff x="329184" y="-99107"/>
            <a:chExt cx="524256" cy="5876916"/>
          </a:xfrm>
        </p:grpSpPr>
        <p:cxnSp>
          <p:nvCxnSpPr>
            <p:cNvPr id="22" name="Straight Connector 21">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5" name="Rectangle 24">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1055718"/>
            <a:ext cx="8249304"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143000" y="1584683"/>
            <a:ext cx="6858000" cy="2551829"/>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6600" b="1">
                <a:solidFill>
                  <a:srgbClr val="FFFFFF"/>
                </a:solidFill>
              </a:defRPr>
            </a:pPr>
            <a:r>
              <a:rPr lang="en-US" sz="5700" kern="1200">
                <a:solidFill>
                  <a:schemeClr val="tx1"/>
                </a:solidFill>
                <a:latin typeface="+mj-lt"/>
                <a:ea typeface="+mj-ea"/>
                <a:cs typeface="+mj-cs"/>
              </a:rPr>
              <a:t>JAVASCRIPT</a:t>
            </a:r>
          </a:p>
        </p:txBody>
      </p:sp>
      <p:sp>
        <p:nvSpPr>
          <p:cNvPr id="3" name="TextBox 2"/>
          <p:cNvSpPr txBox="1"/>
          <p:nvPr/>
        </p:nvSpPr>
        <p:spPr>
          <a:xfrm>
            <a:off x="1140791" y="4546432"/>
            <a:ext cx="6858000" cy="1182135"/>
          </a:xfrm>
          <a:prstGeom prst="rect">
            <a:avLst/>
          </a:prstGeom>
        </p:spPr>
        <p:txBody>
          <a:bodyPr vert="horz" lIns="91440" tIns="45720" rIns="91440" bIns="45720" rtlCol="0" anchor="ctr">
            <a:normAutofit/>
          </a:bodyPr>
          <a:lstStyle/>
          <a:p>
            <a:pPr algn="ctr" defTabSz="914400">
              <a:lnSpc>
                <a:spcPct val="90000"/>
              </a:lnSpc>
              <a:spcBef>
                <a:spcPts val="1000"/>
              </a:spcBef>
              <a:defRPr sz="3200">
                <a:solidFill>
                  <a:srgbClr val="FFFFFF"/>
                </a:solidFill>
              </a:defRPr>
            </a:pPr>
            <a:r>
              <a:rPr lang="en-US" sz="2400" kern="1200" dirty="0" err="1">
                <a:solidFill>
                  <a:schemeClr val="tx1"/>
                </a:solidFill>
                <a:latin typeface="+mn-lt"/>
                <a:ea typeface="+mn-ea"/>
                <a:cs typeface="+mn-cs"/>
              </a:rPr>
              <a:t>Curso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avanzado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desde</a:t>
            </a:r>
            <a:r>
              <a:rPr lang="en-US" sz="2400" kern="1200" dirty="0">
                <a:solidFill>
                  <a:schemeClr val="tx1"/>
                </a:solidFill>
                <a:latin typeface="+mn-lt"/>
                <a:ea typeface="+mn-ea"/>
                <a:cs typeface="+mn-cs"/>
              </a:rPr>
              <a:t> cero</a:t>
            </a:r>
            <a:br>
              <a:rPr lang="en-US" sz="2400" kern="1200" dirty="0">
                <a:solidFill>
                  <a:schemeClr val="tx1"/>
                </a:solidFill>
                <a:latin typeface="+mn-lt"/>
                <a:ea typeface="+mn-ea"/>
                <a:cs typeface="+mn-cs"/>
              </a:rPr>
            </a:br>
            <a:r>
              <a:rPr lang="en-US" sz="2400" kern="1200" dirty="0">
                <a:solidFill>
                  <a:schemeClr val="tx1"/>
                </a:solidFill>
                <a:latin typeface="+mn-lt"/>
                <a:ea typeface="+mn-ea"/>
                <a:cs typeface="+mn-cs"/>
              </a:rPr>
              <a:t>130 horas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86828"/>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4400" b="1">
                <a:solidFill>
                  <a:srgbClr val="FFFFFF"/>
                </a:solidFill>
              </a:defRPr>
            </a:pPr>
            <a:r>
              <a:t>📚 Objetivos del Curso</a:t>
            </a:r>
          </a:p>
        </p:txBody>
      </p:sp>
      <p:graphicFrame>
        <p:nvGraphicFramePr>
          <p:cNvPr id="6" name="TextBox 3">
            <a:extLst>
              <a:ext uri="{FF2B5EF4-FFF2-40B4-BE49-F238E27FC236}">
                <a16:creationId xmlns:a16="http://schemas.microsoft.com/office/drawing/2014/main" id="{E6FB3CAD-BB08-554D-5647-05D73B0C8D4E}"/>
              </a:ext>
            </a:extLst>
          </p:cNvPr>
          <p:cNvGraphicFramePr/>
          <p:nvPr>
            <p:extLst>
              <p:ext uri="{D42A27DB-BD31-4B8C-83A1-F6EECF244321}">
                <p14:modId xmlns:p14="http://schemas.microsoft.com/office/powerpoint/2010/main" val="2596200811"/>
              </p:ext>
            </p:extLst>
          </p:nvPr>
        </p:nvGraphicFramePr>
        <p:xfrm>
          <a:off x="851025" y="1389707"/>
          <a:ext cx="73152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23042"/>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6014660" cy="769441"/>
          </a:xfrm>
          <a:prstGeom prst="rect">
            <a:avLst/>
          </a:prstGeom>
          <a:noFill/>
        </p:spPr>
        <p:txBody>
          <a:bodyPr wrap="none">
            <a:spAutoFit/>
          </a:bodyPr>
          <a:lstStyle/>
          <a:p>
            <a:pPr>
              <a:defRPr sz="4400" b="1">
                <a:solidFill>
                  <a:srgbClr val="FFFFFF"/>
                </a:solidFill>
              </a:defRPr>
            </a:pPr>
            <a:r>
              <a:rPr dirty="0" err="1"/>
              <a:t>Introducción</a:t>
            </a:r>
            <a:r>
              <a:rPr dirty="0"/>
              <a:t> a JavaScript</a:t>
            </a:r>
          </a:p>
        </p:txBody>
      </p:sp>
      <p:graphicFrame>
        <p:nvGraphicFramePr>
          <p:cNvPr id="6" name="TextBox 3">
            <a:extLst>
              <a:ext uri="{FF2B5EF4-FFF2-40B4-BE49-F238E27FC236}">
                <a16:creationId xmlns:a16="http://schemas.microsoft.com/office/drawing/2014/main" id="{62115B7F-AEF4-3A68-D3FE-0D25972591F2}"/>
              </a:ext>
            </a:extLst>
          </p:cNvPr>
          <p:cNvGraphicFramePr/>
          <p:nvPr>
            <p:extLst>
              <p:ext uri="{D42A27DB-BD31-4B8C-83A1-F6EECF244321}">
                <p14:modId xmlns:p14="http://schemas.microsoft.com/office/powerpoint/2010/main" val="4167841316"/>
              </p:ext>
            </p:extLst>
          </p:nvPr>
        </p:nvGraphicFramePr>
        <p:xfrm>
          <a:off x="1105206" y="1191889"/>
          <a:ext cx="73152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13576"/>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5144229" cy="769441"/>
          </a:xfrm>
          <a:prstGeom prst="rect">
            <a:avLst/>
          </a:prstGeom>
          <a:noFill/>
        </p:spPr>
        <p:txBody>
          <a:bodyPr wrap="none">
            <a:spAutoFit/>
          </a:bodyPr>
          <a:lstStyle/>
          <a:p>
            <a:pPr>
              <a:defRPr sz="4400" b="1">
                <a:solidFill>
                  <a:srgbClr val="FFFFFF"/>
                </a:solidFill>
              </a:defRPr>
            </a:pPr>
            <a:r>
              <a:rPr dirty="0" err="1"/>
              <a:t>Programación</a:t>
            </a:r>
            <a:r>
              <a:rPr dirty="0"/>
              <a:t> </a:t>
            </a:r>
            <a:r>
              <a:rPr lang="es-ES" dirty="0"/>
              <a:t>b</a:t>
            </a:r>
            <a:r>
              <a:rPr dirty="0" err="1"/>
              <a:t>ásica</a:t>
            </a:r>
            <a:endParaRPr dirty="0"/>
          </a:p>
        </p:txBody>
      </p:sp>
      <p:graphicFrame>
        <p:nvGraphicFramePr>
          <p:cNvPr id="6" name="TextBox 3">
            <a:extLst>
              <a:ext uri="{FF2B5EF4-FFF2-40B4-BE49-F238E27FC236}">
                <a16:creationId xmlns:a16="http://schemas.microsoft.com/office/drawing/2014/main" id="{6180B854-15B4-C97B-D283-3828142AAAAB}"/>
              </a:ext>
            </a:extLst>
          </p:cNvPr>
          <p:cNvGraphicFramePr/>
          <p:nvPr>
            <p:extLst>
              <p:ext uri="{D42A27DB-BD31-4B8C-83A1-F6EECF244321}">
                <p14:modId xmlns:p14="http://schemas.microsoft.com/office/powerpoint/2010/main" val="1069288150"/>
              </p:ext>
            </p:extLst>
          </p:nvPr>
        </p:nvGraphicFramePr>
        <p:xfrm>
          <a:off x="995882" y="1326332"/>
          <a:ext cx="73152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
            <a:ext cx="9144000" cy="127653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1" y="137160"/>
            <a:ext cx="8686800" cy="769441"/>
          </a:xfrm>
          <a:prstGeom prst="rect">
            <a:avLst/>
          </a:prstGeom>
          <a:noFill/>
        </p:spPr>
        <p:txBody>
          <a:bodyPr wrap="square">
            <a:spAutoFit/>
          </a:bodyPr>
          <a:lstStyle/>
          <a:p>
            <a:pPr>
              <a:defRPr sz="4400" b="1">
                <a:solidFill>
                  <a:srgbClr val="FFFFFF"/>
                </a:solidFill>
              </a:defRPr>
            </a:pPr>
            <a:r>
              <a:rPr dirty="0" err="1"/>
              <a:t>Programación</a:t>
            </a:r>
            <a:r>
              <a:rPr dirty="0"/>
              <a:t> </a:t>
            </a:r>
            <a:r>
              <a:rPr lang="es-ES" dirty="0"/>
              <a:t>b</a:t>
            </a:r>
            <a:r>
              <a:rPr dirty="0" err="1"/>
              <a:t>ásica</a:t>
            </a:r>
            <a:r>
              <a:rPr dirty="0"/>
              <a:t> </a:t>
            </a:r>
          </a:p>
        </p:txBody>
      </p:sp>
      <p:graphicFrame>
        <p:nvGraphicFramePr>
          <p:cNvPr id="6" name="TextBox 3">
            <a:extLst>
              <a:ext uri="{FF2B5EF4-FFF2-40B4-BE49-F238E27FC236}">
                <a16:creationId xmlns:a16="http://schemas.microsoft.com/office/drawing/2014/main" id="{C07980CF-312B-CF9D-A8A8-350B8531F421}"/>
              </a:ext>
            </a:extLst>
          </p:cNvPr>
          <p:cNvGraphicFramePr/>
          <p:nvPr>
            <p:extLst>
              <p:ext uri="{D42A27DB-BD31-4B8C-83A1-F6EECF244321}">
                <p14:modId xmlns:p14="http://schemas.microsoft.com/office/powerpoint/2010/main" val="2809082189"/>
              </p:ext>
            </p:extLst>
          </p:nvPr>
        </p:nvGraphicFramePr>
        <p:xfrm>
          <a:off x="914400" y="1543617"/>
          <a:ext cx="73152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50202"/>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5750870" cy="769441"/>
          </a:xfrm>
          <a:prstGeom prst="rect">
            <a:avLst/>
          </a:prstGeom>
          <a:noFill/>
        </p:spPr>
        <p:txBody>
          <a:bodyPr wrap="none">
            <a:spAutoFit/>
          </a:bodyPr>
          <a:lstStyle/>
          <a:p>
            <a:pPr>
              <a:defRPr sz="4400" b="1">
                <a:solidFill>
                  <a:srgbClr val="FFFFFF"/>
                </a:solidFill>
              </a:defRPr>
            </a:pPr>
            <a:r>
              <a:rPr dirty="0" err="1"/>
              <a:t>Programación</a:t>
            </a:r>
            <a:r>
              <a:rPr dirty="0"/>
              <a:t> </a:t>
            </a:r>
            <a:r>
              <a:rPr lang="es-ES" dirty="0"/>
              <a:t>a</a:t>
            </a:r>
            <a:r>
              <a:rPr dirty="0" err="1"/>
              <a:t>vanzada</a:t>
            </a:r>
            <a:endParaRPr dirty="0"/>
          </a:p>
        </p:txBody>
      </p:sp>
      <p:graphicFrame>
        <p:nvGraphicFramePr>
          <p:cNvPr id="6" name="TextBox 3">
            <a:extLst>
              <a:ext uri="{FF2B5EF4-FFF2-40B4-BE49-F238E27FC236}">
                <a16:creationId xmlns:a16="http://schemas.microsoft.com/office/drawing/2014/main" id="{608F1DF1-36A6-2BDE-9184-22D6014F7332}"/>
              </a:ext>
            </a:extLst>
          </p:cNvPr>
          <p:cNvGraphicFramePr/>
          <p:nvPr>
            <p:extLst>
              <p:ext uri="{D42A27DB-BD31-4B8C-83A1-F6EECF244321}">
                <p14:modId xmlns:p14="http://schemas.microsoft.com/office/powerpoint/2010/main" val="3219405962"/>
              </p:ext>
            </p:extLst>
          </p:nvPr>
        </p:nvGraphicFramePr>
        <p:xfrm>
          <a:off x="995881" y="1299173"/>
          <a:ext cx="73152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58371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7980630" cy="1446550"/>
          </a:xfrm>
          <a:prstGeom prst="rect">
            <a:avLst/>
          </a:prstGeom>
          <a:noFill/>
        </p:spPr>
        <p:txBody>
          <a:bodyPr wrap="square">
            <a:spAutoFit/>
          </a:bodyPr>
          <a:lstStyle/>
          <a:p>
            <a:pPr>
              <a:defRPr sz="4400" b="1">
                <a:solidFill>
                  <a:srgbClr val="FFFFFF"/>
                </a:solidFill>
              </a:defRPr>
            </a:pPr>
            <a:r>
              <a:rPr dirty="0"/>
              <a:t>DOM (Modelo de </a:t>
            </a:r>
            <a:r>
              <a:rPr dirty="0" err="1"/>
              <a:t>Objetos</a:t>
            </a:r>
            <a:r>
              <a:rPr dirty="0"/>
              <a:t> del </a:t>
            </a:r>
            <a:r>
              <a:rPr dirty="0" err="1"/>
              <a:t>Documento</a:t>
            </a:r>
            <a:r>
              <a:rPr dirty="0"/>
              <a:t>)</a:t>
            </a:r>
          </a:p>
        </p:txBody>
      </p:sp>
      <p:graphicFrame>
        <p:nvGraphicFramePr>
          <p:cNvPr id="6" name="TextBox 3">
            <a:extLst>
              <a:ext uri="{FF2B5EF4-FFF2-40B4-BE49-F238E27FC236}">
                <a16:creationId xmlns:a16="http://schemas.microsoft.com/office/drawing/2014/main" id="{2DBB1966-32C6-E19F-3DED-D0CEB431B5AE}"/>
              </a:ext>
            </a:extLst>
          </p:cNvPr>
          <p:cNvGraphicFramePr/>
          <p:nvPr>
            <p:extLst>
              <p:ext uri="{D42A27DB-BD31-4B8C-83A1-F6EECF244321}">
                <p14:modId xmlns:p14="http://schemas.microsoft.com/office/powerpoint/2010/main" val="3058096637"/>
              </p:ext>
            </p:extLst>
          </p:nvPr>
        </p:nvGraphicFramePr>
        <p:xfrm>
          <a:off x="914400" y="1725397"/>
          <a:ext cx="73152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37160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2007088" cy="769441"/>
          </a:xfrm>
          <a:prstGeom prst="rect">
            <a:avLst/>
          </a:prstGeom>
          <a:noFill/>
        </p:spPr>
        <p:txBody>
          <a:bodyPr wrap="none">
            <a:spAutoFit/>
          </a:bodyPr>
          <a:lstStyle/>
          <a:p>
            <a:pPr>
              <a:defRPr sz="4400" b="1">
                <a:solidFill>
                  <a:srgbClr val="FFFFFF"/>
                </a:solidFill>
              </a:defRPr>
            </a:pPr>
            <a:r>
              <a:rPr dirty="0" err="1"/>
              <a:t>Eventos</a:t>
            </a:r>
            <a:endParaRPr dirty="0"/>
          </a:p>
        </p:txBody>
      </p:sp>
      <p:graphicFrame>
        <p:nvGraphicFramePr>
          <p:cNvPr id="6" name="TextBox 3">
            <a:extLst>
              <a:ext uri="{FF2B5EF4-FFF2-40B4-BE49-F238E27FC236}">
                <a16:creationId xmlns:a16="http://schemas.microsoft.com/office/drawing/2014/main" id="{C7177201-761F-8A8E-6D5F-CE37A7E6F9C5}"/>
              </a:ext>
            </a:extLst>
          </p:cNvPr>
          <p:cNvGraphicFramePr/>
          <p:nvPr>
            <p:extLst>
              <p:ext uri="{D42A27DB-BD31-4B8C-83A1-F6EECF244321}">
                <p14:modId xmlns:p14="http://schemas.microsoft.com/office/powerpoint/2010/main" val="2903524053"/>
              </p:ext>
            </p:extLst>
          </p:nvPr>
        </p:nvGraphicFramePr>
        <p:xfrm>
          <a:off x="914400" y="1597937"/>
          <a:ext cx="73152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13576"/>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2984663" cy="769441"/>
          </a:xfrm>
          <a:prstGeom prst="rect">
            <a:avLst/>
          </a:prstGeom>
          <a:noFill/>
        </p:spPr>
        <p:txBody>
          <a:bodyPr wrap="none">
            <a:spAutoFit/>
          </a:bodyPr>
          <a:lstStyle/>
          <a:p>
            <a:pPr>
              <a:defRPr sz="4400" b="1">
                <a:solidFill>
                  <a:srgbClr val="FFFFFF"/>
                </a:solidFill>
              </a:defRPr>
            </a:pPr>
            <a:r>
              <a:rPr dirty="0" err="1"/>
              <a:t>Formularios</a:t>
            </a:r>
            <a:endParaRPr dirty="0"/>
          </a:p>
        </p:txBody>
      </p:sp>
      <p:graphicFrame>
        <p:nvGraphicFramePr>
          <p:cNvPr id="6" name="TextBox 3">
            <a:extLst>
              <a:ext uri="{FF2B5EF4-FFF2-40B4-BE49-F238E27FC236}">
                <a16:creationId xmlns:a16="http://schemas.microsoft.com/office/drawing/2014/main" id="{940BA54F-32B0-C36E-E422-F420FA061DD3}"/>
              </a:ext>
            </a:extLst>
          </p:cNvPr>
          <p:cNvGraphicFramePr/>
          <p:nvPr>
            <p:extLst>
              <p:ext uri="{D42A27DB-BD31-4B8C-83A1-F6EECF244321}">
                <p14:modId xmlns:p14="http://schemas.microsoft.com/office/powerpoint/2010/main" val="3757024681"/>
              </p:ext>
            </p:extLst>
          </p:nvPr>
        </p:nvGraphicFramePr>
        <p:xfrm>
          <a:off x="995881" y="1434973"/>
          <a:ext cx="73152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
            <a:ext cx="9144000" cy="1032095"/>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4758354" cy="769441"/>
          </a:xfrm>
          <a:prstGeom prst="rect">
            <a:avLst/>
          </a:prstGeom>
          <a:noFill/>
        </p:spPr>
        <p:txBody>
          <a:bodyPr wrap="none">
            <a:spAutoFit/>
          </a:bodyPr>
          <a:lstStyle/>
          <a:p>
            <a:pPr>
              <a:defRPr sz="4400" b="1">
                <a:solidFill>
                  <a:srgbClr val="FFFFFF"/>
                </a:solidFill>
              </a:defRPr>
            </a:pPr>
            <a:r>
              <a:rPr dirty="0" err="1"/>
              <a:t>Utilidades</a:t>
            </a:r>
            <a:r>
              <a:rPr dirty="0"/>
              <a:t> </a:t>
            </a:r>
            <a:r>
              <a:rPr lang="es-ES" dirty="0"/>
              <a:t>p</a:t>
            </a:r>
            <a:r>
              <a:rPr dirty="0" err="1"/>
              <a:t>rácticas</a:t>
            </a:r>
            <a:endParaRPr dirty="0"/>
          </a:p>
        </p:txBody>
      </p:sp>
      <p:graphicFrame>
        <p:nvGraphicFramePr>
          <p:cNvPr id="6" name="TextBox 3">
            <a:extLst>
              <a:ext uri="{FF2B5EF4-FFF2-40B4-BE49-F238E27FC236}">
                <a16:creationId xmlns:a16="http://schemas.microsoft.com/office/drawing/2014/main" id="{35EF5098-B795-3837-80F1-81D4307F25C0}"/>
              </a:ext>
            </a:extLst>
          </p:cNvPr>
          <p:cNvGraphicFramePr/>
          <p:nvPr/>
        </p:nvGraphicFramePr>
        <p:xfrm>
          <a:off x="1013988" y="2113985"/>
          <a:ext cx="7315200" cy="25237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40737"/>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48218"/>
            <a:ext cx="8442356" cy="769441"/>
          </a:xfrm>
          <a:prstGeom prst="rect">
            <a:avLst/>
          </a:prstGeom>
          <a:noFill/>
        </p:spPr>
        <p:txBody>
          <a:bodyPr wrap="square">
            <a:spAutoFit/>
          </a:bodyPr>
          <a:lstStyle/>
          <a:p>
            <a:pPr>
              <a:defRPr sz="4400" b="1">
                <a:solidFill>
                  <a:srgbClr val="FFFFFF"/>
                </a:solidFill>
              </a:defRPr>
            </a:pPr>
            <a:r>
              <a:rPr dirty="0" err="1"/>
              <a:t>Detección</a:t>
            </a:r>
            <a:r>
              <a:rPr dirty="0"/>
              <a:t> y </a:t>
            </a:r>
            <a:r>
              <a:rPr lang="es-ES" dirty="0"/>
              <a:t>c</a:t>
            </a:r>
            <a:r>
              <a:rPr dirty="0" err="1"/>
              <a:t>orrección</a:t>
            </a:r>
            <a:r>
              <a:rPr dirty="0"/>
              <a:t> de </a:t>
            </a:r>
            <a:r>
              <a:rPr lang="es-ES" dirty="0"/>
              <a:t>e</a:t>
            </a:r>
            <a:r>
              <a:rPr dirty="0" err="1"/>
              <a:t>rrores</a:t>
            </a:r>
            <a:endParaRPr dirty="0"/>
          </a:p>
        </p:txBody>
      </p:sp>
      <p:graphicFrame>
        <p:nvGraphicFramePr>
          <p:cNvPr id="6" name="TextBox 3">
            <a:extLst>
              <a:ext uri="{FF2B5EF4-FFF2-40B4-BE49-F238E27FC236}">
                <a16:creationId xmlns:a16="http://schemas.microsoft.com/office/drawing/2014/main" id="{77BD8BBB-B652-9D8B-C60E-6DDCA051239C}"/>
              </a:ext>
            </a:extLst>
          </p:cNvPr>
          <p:cNvGraphicFramePr/>
          <p:nvPr>
            <p:extLst>
              <p:ext uri="{D42A27DB-BD31-4B8C-83A1-F6EECF244321}">
                <p14:modId xmlns:p14="http://schemas.microsoft.com/office/powerpoint/2010/main" val="1132626918"/>
              </p:ext>
            </p:extLst>
          </p:nvPr>
        </p:nvGraphicFramePr>
        <p:xfrm>
          <a:off x="778599" y="1439695"/>
          <a:ext cx="73152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86416"/>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4513287" cy="769441"/>
          </a:xfrm>
          <a:prstGeom prst="rect">
            <a:avLst/>
          </a:prstGeom>
          <a:noFill/>
        </p:spPr>
        <p:txBody>
          <a:bodyPr wrap="none">
            <a:spAutoFit/>
          </a:bodyPr>
          <a:lstStyle/>
          <a:p>
            <a:pPr>
              <a:defRPr sz="4400" b="1">
                <a:solidFill>
                  <a:srgbClr val="FFFFFF"/>
                </a:solidFill>
              </a:defRPr>
            </a:pPr>
            <a:r>
              <a:rPr dirty="0"/>
              <a:t>Lo </a:t>
            </a:r>
            <a:r>
              <a:rPr dirty="0" err="1"/>
              <a:t>que</a:t>
            </a:r>
            <a:r>
              <a:rPr dirty="0"/>
              <a:t> </a:t>
            </a:r>
            <a:r>
              <a:rPr lang="es-ES" dirty="0"/>
              <a:t>a</a:t>
            </a:r>
            <a:r>
              <a:rPr dirty="0" err="1"/>
              <a:t>prenderás</a:t>
            </a:r>
            <a:endParaRPr dirty="0"/>
          </a:p>
        </p:txBody>
      </p:sp>
      <p:graphicFrame>
        <p:nvGraphicFramePr>
          <p:cNvPr id="6" name="TextBox 3">
            <a:extLst>
              <a:ext uri="{FF2B5EF4-FFF2-40B4-BE49-F238E27FC236}">
                <a16:creationId xmlns:a16="http://schemas.microsoft.com/office/drawing/2014/main" id="{B54BFAA4-27D1-BED8-FB18-6A4B97434F76}"/>
              </a:ext>
            </a:extLst>
          </p:cNvPr>
          <p:cNvGraphicFramePr/>
          <p:nvPr>
            <p:extLst>
              <p:ext uri="{D42A27DB-BD31-4B8C-83A1-F6EECF244321}">
                <p14:modId xmlns:p14="http://schemas.microsoft.com/office/powerpoint/2010/main" val="93521656"/>
              </p:ext>
            </p:extLst>
          </p:nvPr>
        </p:nvGraphicFramePr>
        <p:xfrm>
          <a:off x="914400" y="1978182"/>
          <a:ext cx="7315200" cy="29546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
            <a:ext cx="9144000" cy="1131683"/>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4400" b="1">
                <a:solidFill>
                  <a:srgbClr val="FFFFFF"/>
                </a:solidFill>
              </a:defRPr>
            </a:pPr>
            <a:r>
              <a:t>Requisitos</a:t>
            </a:r>
          </a:p>
        </p:txBody>
      </p:sp>
      <p:pic>
        <p:nvPicPr>
          <p:cNvPr id="6" name="Imagen 5">
            <a:extLst>
              <a:ext uri="{FF2B5EF4-FFF2-40B4-BE49-F238E27FC236}">
                <a16:creationId xmlns:a16="http://schemas.microsoft.com/office/drawing/2014/main" id="{011C90F0-20D4-EC45-A596-A79A9D3C00B7}"/>
              </a:ext>
            </a:extLst>
          </p:cNvPr>
          <p:cNvPicPr>
            <a:picLocks noChangeAspect="1"/>
          </p:cNvPicPr>
          <p:nvPr/>
        </p:nvPicPr>
        <p:blipFill>
          <a:blip r:embed="rId2"/>
          <a:stretch>
            <a:fillRect/>
          </a:stretch>
        </p:blipFill>
        <p:spPr>
          <a:xfrm>
            <a:off x="7641314" y="1336839"/>
            <a:ext cx="823677" cy="823677"/>
          </a:xfrm>
          <a:prstGeom prst="rect">
            <a:avLst/>
          </a:prstGeom>
        </p:spPr>
      </p:pic>
      <p:graphicFrame>
        <p:nvGraphicFramePr>
          <p:cNvPr id="8" name="TextBox 3">
            <a:extLst>
              <a:ext uri="{FF2B5EF4-FFF2-40B4-BE49-F238E27FC236}">
                <a16:creationId xmlns:a16="http://schemas.microsoft.com/office/drawing/2014/main" id="{1EF914AE-8048-326C-12F3-8FD41D899FCA}"/>
              </a:ext>
            </a:extLst>
          </p:cNvPr>
          <p:cNvGraphicFramePr/>
          <p:nvPr>
            <p:extLst>
              <p:ext uri="{D42A27DB-BD31-4B8C-83A1-F6EECF244321}">
                <p14:modId xmlns:p14="http://schemas.microsoft.com/office/powerpoint/2010/main" val="1196518767"/>
              </p:ext>
            </p:extLst>
          </p:nvPr>
        </p:nvGraphicFramePr>
        <p:xfrm>
          <a:off x="1149791" y="2286000"/>
          <a:ext cx="7315200" cy="20928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140</TotalTime>
  <Words>987</Words>
  <Application>Microsoft Office PowerPoint</Application>
  <PresentationFormat>Presentación en pantalla (4:3)</PresentationFormat>
  <Paragraphs>135</Paragraphs>
  <Slides>24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Abadi</vt:lpstr>
      <vt:lpstr>Arial</vt:lpstr>
      <vt:lpstr>Calibri</vt:lpstr>
      <vt:lpstr>Cooper Black</vt:lpstr>
      <vt:lpstr>Office Theme</vt:lpstr>
      <vt:lpstr> IFCD65EXP  JAVASCRIPT AVANZADO E IONIC  </vt:lpstr>
      <vt:lpstr>Julián González moreno  tEL:  611 40 30 01 </vt:lpstr>
      <vt:lpstr>JAVASCRIPT AVANZADO E IONIC </vt:lpstr>
      <vt:lpstr>JAVASCRIPT AVANZADO E IONIC  JavaScript</vt:lpstr>
      <vt:lpstr>JAVASCRIPT AVANZADO E IONIC  Ionic</vt:lpstr>
      <vt:lpstr>JAVASCRIPT AVANZADO E IONIC  Ionic</vt:lpstr>
      <vt:lpstr>JAVASCRIPT AVANZADO E IONIC  Ionic</vt:lpstr>
      <vt:lpstr>JAVASCRIPT AVANZADO E IONIC  Ionic</vt:lpstr>
      <vt:lpstr>Google Drive</vt:lpstr>
      <vt:lpstr>WhatsApp</vt:lpstr>
      <vt:lpstr>Página web</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V1842</cp:lastModifiedBy>
  <cp:revision>21</cp:revision>
  <dcterms:created xsi:type="dcterms:W3CDTF">2013-01-27T09:14:16Z</dcterms:created>
  <dcterms:modified xsi:type="dcterms:W3CDTF">2026-09-27T09:45:56Z</dcterms:modified>
  <cp:category/>
</cp:coreProperties>
</file>