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4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4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ED7F21-8EF2-4077-9D2C-2BD62E3D2E42}" type="doc">
      <dgm:prSet loTypeId="urn:microsoft.com/office/officeart/2008/layout/LinedList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105EE8EA-28D9-47E0-91E9-18B8EFA12F89}">
      <dgm:prSet/>
      <dgm:spPr/>
      <dgm:t>
        <a:bodyPr/>
        <a:lstStyle/>
        <a:p>
          <a:r>
            <a:rPr lang="en-US"/>
            <a:t>▪ ¿Qué es JavaScript?</a:t>
          </a:r>
        </a:p>
      </dgm:t>
    </dgm:pt>
    <dgm:pt modelId="{E195BD6E-40E0-4035-ACA3-0476EE9D08A0}" type="parTrans" cxnId="{DD4BDDCA-5992-4D50-BDDB-BBE4A0D771C4}">
      <dgm:prSet/>
      <dgm:spPr/>
      <dgm:t>
        <a:bodyPr/>
        <a:lstStyle/>
        <a:p>
          <a:endParaRPr lang="en-US"/>
        </a:p>
      </dgm:t>
    </dgm:pt>
    <dgm:pt modelId="{6C43B8DB-0F0B-4528-A840-E10113EBB838}" type="sibTrans" cxnId="{DD4BDDCA-5992-4D50-BDDB-BBE4A0D771C4}">
      <dgm:prSet/>
      <dgm:spPr/>
      <dgm:t>
        <a:bodyPr/>
        <a:lstStyle/>
        <a:p>
          <a:endParaRPr lang="en-US"/>
        </a:p>
      </dgm:t>
    </dgm:pt>
    <dgm:pt modelId="{F23F4C62-D462-48D0-8677-98AB375674FA}">
      <dgm:prSet/>
      <dgm:spPr/>
      <dgm:t>
        <a:bodyPr/>
        <a:lstStyle/>
        <a:p>
          <a:r>
            <a:rPr lang="en-US"/>
            <a:t>▪ Historia y evolución de JavaScript</a:t>
          </a:r>
        </a:p>
      </dgm:t>
    </dgm:pt>
    <dgm:pt modelId="{3A516577-0186-4C6F-B10D-EDDA6B445EBA}" type="parTrans" cxnId="{0D935428-07C2-4FF2-826E-65A29004C666}">
      <dgm:prSet/>
      <dgm:spPr/>
      <dgm:t>
        <a:bodyPr/>
        <a:lstStyle/>
        <a:p>
          <a:endParaRPr lang="en-US"/>
        </a:p>
      </dgm:t>
    </dgm:pt>
    <dgm:pt modelId="{6B192F79-DC39-492C-BB94-E4967F10953B}" type="sibTrans" cxnId="{0D935428-07C2-4FF2-826E-65A29004C666}">
      <dgm:prSet/>
      <dgm:spPr/>
      <dgm:t>
        <a:bodyPr/>
        <a:lstStyle/>
        <a:p>
          <a:endParaRPr lang="en-US"/>
        </a:p>
      </dgm:t>
    </dgm:pt>
    <dgm:pt modelId="{CA667770-4861-4004-ADA5-37EAA887A888}">
      <dgm:prSet/>
      <dgm:spPr/>
      <dgm:t>
        <a:bodyPr/>
        <a:lstStyle/>
        <a:p>
          <a:r>
            <a:rPr lang="en-US"/>
            <a:t>▪ JavaScript en navegadores modernos</a:t>
          </a:r>
        </a:p>
      </dgm:t>
    </dgm:pt>
    <dgm:pt modelId="{C7C841B9-87C2-40F4-B111-9C7ED19BA1A0}" type="parTrans" cxnId="{E97D4354-5C28-41D5-8745-DD10997B391F}">
      <dgm:prSet/>
      <dgm:spPr/>
      <dgm:t>
        <a:bodyPr/>
        <a:lstStyle/>
        <a:p>
          <a:endParaRPr lang="en-US"/>
        </a:p>
      </dgm:t>
    </dgm:pt>
    <dgm:pt modelId="{1C2B4329-79C0-44C0-850B-4BC705C6A138}" type="sibTrans" cxnId="{E97D4354-5C28-41D5-8745-DD10997B391F}">
      <dgm:prSet/>
      <dgm:spPr/>
      <dgm:t>
        <a:bodyPr/>
        <a:lstStyle/>
        <a:p>
          <a:endParaRPr lang="en-US"/>
        </a:p>
      </dgm:t>
    </dgm:pt>
    <dgm:pt modelId="{D1B3C25C-8D34-4C9B-8C8B-D5B1AC8B9A0A}">
      <dgm:prSet/>
      <dgm:spPr/>
      <dgm:t>
        <a:bodyPr/>
        <a:lstStyle/>
        <a:p>
          <a:r>
            <a:rPr lang="en-US"/>
            <a:t>▪ Tu primer programa: ¡Hola Mundo!</a:t>
          </a:r>
        </a:p>
      </dgm:t>
    </dgm:pt>
    <dgm:pt modelId="{1A2431CC-8E84-47D0-BE3B-85C7084FF99F}" type="parTrans" cxnId="{4D51BD6F-E7D3-4727-82AC-79A4BB53312A}">
      <dgm:prSet/>
      <dgm:spPr/>
      <dgm:t>
        <a:bodyPr/>
        <a:lstStyle/>
        <a:p>
          <a:endParaRPr lang="en-US"/>
        </a:p>
      </dgm:t>
    </dgm:pt>
    <dgm:pt modelId="{23AD0662-676F-442C-8043-531F115FD994}" type="sibTrans" cxnId="{4D51BD6F-E7D3-4727-82AC-79A4BB53312A}">
      <dgm:prSet/>
      <dgm:spPr/>
      <dgm:t>
        <a:bodyPr/>
        <a:lstStyle/>
        <a:p>
          <a:endParaRPr lang="en-US"/>
        </a:p>
      </dgm:t>
    </dgm:pt>
    <dgm:pt modelId="{C75C6BC1-F207-4D57-B525-4275D6679B2F}">
      <dgm:prSet/>
      <dgm:spPr/>
      <dgm:t>
        <a:bodyPr/>
        <a:lstStyle/>
        <a:p>
          <a:r>
            <a:rPr lang="en-US"/>
            <a:t>▪ La consola de desarrollador</a:t>
          </a:r>
        </a:p>
      </dgm:t>
    </dgm:pt>
    <dgm:pt modelId="{452D2959-5D19-45CA-8AC7-40DDA7EB6E69}" type="parTrans" cxnId="{ABC6898B-DCD2-4BF5-85A8-B4CFA5985F80}">
      <dgm:prSet/>
      <dgm:spPr/>
      <dgm:t>
        <a:bodyPr/>
        <a:lstStyle/>
        <a:p>
          <a:endParaRPr lang="en-US"/>
        </a:p>
      </dgm:t>
    </dgm:pt>
    <dgm:pt modelId="{39B2D278-A28C-49A0-A601-AF85B97A5255}" type="sibTrans" cxnId="{ABC6898B-DCD2-4BF5-85A8-B4CFA5985F80}">
      <dgm:prSet/>
      <dgm:spPr/>
      <dgm:t>
        <a:bodyPr/>
        <a:lstStyle/>
        <a:p>
          <a:endParaRPr lang="en-US"/>
        </a:p>
      </dgm:t>
    </dgm:pt>
    <dgm:pt modelId="{DA3010E0-6E25-4AC3-9517-1B69AFF10758}">
      <dgm:prSet/>
      <dgm:spPr/>
      <dgm:t>
        <a:bodyPr/>
        <a:lstStyle/>
        <a:p>
          <a:r>
            <a:rPr lang="en-US"/>
            <a:t>▪ Primeros pasos en la programación</a:t>
          </a:r>
        </a:p>
      </dgm:t>
    </dgm:pt>
    <dgm:pt modelId="{ED5BABF8-64B1-4FD6-9D09-712933B620B7}" type="parTrans" cxnId="{FAC111EA-C72F-4671-9A03-4E322F460B5B}">
      <dgm:prSet/>
      <dgm:spPr/>
      <dgm:t>
        <a:bodyPr/>
        <a:lstStyle/>
        <a:p>
          <a:endParaRPr lang="en-US"/>
        </a:p>
      </dgm:t>
    </dgm:pt>
    <dgm:pt modelId="{EB1D990A-693B-4E8A-82F0-F6E3C83AF400}" type="sibTrans" cxnId="{FAC111EA-C72F-4671-9A03-4E322F460B5B}">
      <dgm:prSet/>
      <dgm:spPr/>
      <dgm:t>
        <a:bodyPr/>
        <a:lstStyle/>
        <a:p>
          <a:endParaRPr lang="en-US"/>
        </a:p>
      </dgm:t>
    </dgm:pt>
    <dgm:pt modelId="{E5F87EAE-D2C7-4111-9291-90150AF1FF15}" type="pres">
      <dgm:prSet presAssocID="{D0ED7F21-8EF2-4077-9D2C-2BD62E3D2E42}" presName="vert0" presStyleCnt="0">
        <dgm:presLayoutVars>
          <dgm:dir/>
          <dgm:animOne val="branch"/>
          <dgm:animLvl val="lvl"/>
        </dgm:presLayoutVars>
      </dgm:prSet>
      <dgm:spPr/>
    </dgm:pt>
    <dgm:pt modelId="{DE1FEF23-2F6E-424E-B809-E1C06B4A2CB8}" type="pres">
      <dgm:prSet presAssocID="{105EE8EA-28D9-47E0-91E9-18B8EFA12F89}" presName="thickLine" presStyleLbl="alignNode1" presStyleIdx="0" presStyleCnt="6"/>
      <dgm:spPr/>
    </dgm:pt>
    <dgm:pt modelId="{1542B26D-66B0-44CC-AA35-80DFB2D2EE09}" type="pres">
      <dgm:prSet presAssocID="{105EE8EA-28D9-47E0-91E9-18B8EFA12F89}" presName="horz1" presStyleCnt="0"/>
      <dgm:spPr/>
    </dgm:pt>
    <dgm:pt modelId="{8F2A2BF8-1C4D-4328-88CD-396FEF18DB08}" type="pres">
      <dgm:prSet presAssocID="{105EE8EA-28D9-47E0-91E9-18B8EFA12F89}" presName="tx1" presStyleLbl="revTx" presStyleIdx="0" presStyleCnt="6"/>
      <dgm:spPr/>
    </dgm:pt>
    <dgm:pt modelId="{89DD07FD-9920-4460-87F1-E84A96FB9D08}" type="pres">
      <dgm:prSet presAssocID="{105EE8EA-28D9-47E0-91E9-18B8EFA12F89}" presName="vert1" presStyleCnt="0"/>
      <dgm:spPr/>
    </dgm:pt>
    <dgm:pt modelId="{B07F486E-7C2A-4497-B734-21E81A597D7A}" type="pres">
      <dgm:prSet presAssocID="{F23F4C62-D462-48D0-8677-98AB375674FA}" presName="thickLine" presStyleLbl="alignNode1" presStyleIdx="1" presStyleCnt="6"/>
      <dgm:spPr/>
    </dgm:pt>
    <dgm:pt modelId="{BF9188BD-5E5A-4A9E-9EF2-2E788B17375A}" type="pres">
      <dgm:prSet presAssocID="{F23F4C62-D462-48D0-8677-98AB375674FA}" presName="horz1" presStyleCnt="0"/>
      <dgm:spPr/>
    </dgm:pt>
    <dgm:pt modelId="{99F605B3-AC56-4781-9C90-8CF925BC304E}" type="pres">
      <dgm:prSet presAssocID="{F23F4C62-D462-48D0-8677-98AB375674FA}" presName="tx1" presStyleLbl="revTx" presStyleIdx="1" presStyleCnt="6"/>
      <dgm:spPr/>
    </dgm:pt>
    <dgm:pt modelId="{FE33877E-ED94-4399-A67B-6BD3A32FD046}" type="pres">
      <dgm:prSet presAssocID="{F23F4C62-D462-48D0-8677-98AB375674FA}" presName="vert1" presStyleCnt="0"/>
      <dgm:spPr/>
    </dgm:pt>
    <dgm:pt modelId="{8F5683AF-B8E8-4A4F-8F88-BB0084F8C04F}" type="pres">
      <dgm:prSet presAssocID="{CA667770-4861-4004-ADA5-37EAA887A888}" presName="thickLine" presStyleLbl="alignNode1" presStyleIdx="2" presStyleCnt="6"/>
      <dgm:spPr/>
    </dgm:pt>
    <dgm:pt modelId="{5C9BC392-DE85-42EC-BEC4-3F94D21B64E7}" type="pres">
      <dgm:prSet presAssocID="{CA667770-4861-4004-ADA5-37EAA887A888}" presName="horz1" presStyleCnt="0"/>
      <dgm:spPr/>
    </dgm:pt>
    <dgm:pt modelId="{F9BF5953-C8E4-4643-9449-2C97C2068C59}" type="pres">
      <dgm:prSet presAssocID="{CA667770-4861-4004-ADA5-37EAA887A888}" presName="tx1" presStyleLbl="revTx" presStyleIdx="2" presStyleCnt="6"/>
      <dgm:spPr/>
    </dgm:pt>
    <dgm:pt modelId="{6A9E0E4B-E067-4FBB-9616-93B3EC55E79C}" type="pres">
      <dgm:prSet presAssocID="{CA667770-4861-4004-ADA5-37EAA887A888}" presName="vert1" presStyleCnt="0"/>
      <dgm:spPr/>
    </dgm:pt>
    <dgm:pt modelId="{6F1B99C4-0051-4796-BB4A-195940DB9710}" type="pres">
      <dgm:prSet presAssocID="{D1B3C25C-8D34-4C9B-8C8B-D5B1AC8B9A0A}" presName="thickLine" presStyleLbl="alignNode1" presStyleIdx="3" presStyleCnt="6"/>
      <dgm:spPr/>
    </dgm:pt>
    <dgm:pt modelId="{C50CA909-8E93-41B1-B4CB-D492A881DAD4}" type="pres">
      <dgm:prSet presAssocID="{D1B3C25C-8D34-4C9B-8C8B-D5B1AC8B9A0A}" presName="horz1" presStyleCnt="0"/>
      <dgm:spPr/>
    </dgm:pt>
    <dgm:pt modelId="{248189A3-B3C1-46C6-BD30-B7C59054ECAC}" type="pres">
      <dgm:prSet presAssocID="{D1B3C25C-8D34-4C9B-8C8B-D5B1AC8B9A0A}" presName="tx1" presStyleLbl="revTx" presStyleIdx="3" presStyleCnt="6"/>
      <dgm:spPr/>
    </dgm:pt>
    <dgm:pt modelId="{0ADABA9D-7D49-4968-A180-80DD39758C46}" type="pres">
      <dgm:prSet presAssocID="{D1B3C25C-8D34-4C9B-8C8B-D5B1AC8B9A0A}" presName="vert1" presStyleCnt="0"/>
      <dgm:spPr/>
    </dgm:pt>
    <dgm:pt modelId="{B00F0D9B-F9B2-4919-A4D8-4BCE93D72EE3}" type="pres">
      <dgm:prSet presAssocID="{C75C6BC1-F207-4D57-B525-4275D6679B2F}" presName="thickLine" presStyleLbl="alignNode1" presStyleIdx="4" presStyleCnt="6"/>
      <dgm:spPr/>
    </dgm:pt>
    <dgm:pt modelId="{0A4A776C-607F-4C27-837C-FA881093AB70}" type="pres">
      <dgm:prSet presAssocID="{C75C6BC1-F207-4D57-B525-4275D6679B2F}" presName="horz1" presStyleCnt="0"/>
      <dgm:spPr/>
    </dgm:pt>
    <dgm:pt modelId="{918591EE-F9B4-4458-B11D-C468DC0661CF}" type="pres">
      <dgm:prSet presAssocID="{C75C6BC1-F207-4D57-B525-4275D6679B2F}" presName="tx1" presStyleLbl="revTx" presStyleIdx="4" presStyleCnt="6"/>
      <dgm:spPr/>
    </dgm:pt>
    <dgm:pt modelId="{C9BEF35C-625C-43D4-B124-1BCA0880909A}" type="pres">
      <dgm:prSet presAssocID="{C75C6BC1-F207-4D57-B525-4275D6679B2F}" presName="vert1" presStyleCnt="0"/>
      <dgm:spPr/>
    </dgm:pt>
    <dgm:pt modelId="{962598EE-AF8E-4155-BF89-6E5C3D006244}" type="pres">
      <dgm:prSet presAssocID="{DA3010E0-6E25-4AC3-9517-1B69AFF10758}" presName="thickLine" presStyleLbl="alignNode1" presStyleIdx="5" presStyleCnt="6"/>
      <dgm:spPr/>
    </dgm:pt>
    <dgm:pt modelId="{F54083F0-1D6A-4931-BAC2-DF34CF55AE96}" type="pres">
      <dgm:prSet presAssocID="{DA3010E0-6E25-4AC3-9517-1B69AFF10758}" presName="horz1" presStyleCnt="0"/>
      <dgm:spPr/>
    </dgm:pt>
    <dgm:pt modelId="{D6F29607-EC17-4C9A-9AA5-00BD03BC1D3A}" type="pres">
      <dgm:prSet presAssocID="{DA3010E0-6E25-4AC3-9517-1B69AFF10758}" presName="tx1" presStyleLbl="revTx" presStyleIdx="5" presStyleCnt="6"/>
      <dgm:spPr/>
    </dgm:pt>
    <dgm:pt modelId="{91105DA7-9CEC-43CA-BD06-DC3ECD6432D7}" type="pres">
      <dgm:prSet presAssocID="{DA3010E0-6E25-4AC3-9517-1B69AFF10758}" presName="vert1" presStyleCnt="0"/>
      <dgm:spPr/>
    </dgm:pt>
  </dgm:ptLst>
  <dgm:cxnLst>
    <dgm:cxn modelId="{0D935428-07C2-4FF2-826E-65A29004C666}" srcId="{D0ED7F21-8EF2-4077-9D2C-2BD62E3D2E42}" destId="{F23F4C62-D462-48D0-8677-98AB375674FA}" srcOrd="1" destOrd="0" parTransId="{3A516577-0186-4C6F-B10D-EDDA6B445EBA}" sibTransId="{6B192F79-DC39-492C-BB94-E4967F10953B}"/>
    <dgm:cxn modelId="{4D51BD6F-E7D3-4727-82AC-79A4BB53312A}" srcId="{D0ED7F21-8EF2-4077-9D2C-2BD62E3D2E42}" destId="{D1B3C25C-8D34-4C9B-8C8B-D5B1AC8B9A0A}" srcOrd="3" destOrd="0" parTransId="{1A2431CC-8E84-47D0-BE3B-85C7084FF99F}" sibTransId="{23AD0662-676F-442C-8043-531F115FD994}"/>
    <dgm:cxn modelId="{E97D4354-5C28-41D5-8745-DD10997B391F}" srcId="{D0ED7F21-8EF2-4077-9D2C-2BD62E3D2E42}" destId="{CA667770-4861-4004-ADA5-37EAA887A888}" srcOrd="2" destOrd="0" parTransId="{C7C841B9-87C2-40F4-B111-9C7ED19BA1A0}" sibTransId="{1C2B4329-79C0-44C0-850B-4BC705C6A138}"/>
    <dgm:cxn modelId="{28CA4F78-00B9-4E15-959C-AA12EDA994C8}" type="presOf" srcId="{F23F4C62-D462-48D0-8677-98AB375674FA}" destId="{99F605B3-AC56-4781-9C90-8CF925BC304E}" srcOrd="0" destOrd="0" presId="urn:microsoft.com/office/officeart/2008/layout/LinedList"/>
    <dgm:cxn modelId="{ABC6898B-DCD2-4BF5-85A8-B4CFA5985F80}" srcId="{D0ED7F21-8EF2-4077-9D2C-2BD62E3D2E42}" destId="{C75C6BC1-F207-4D57-B525-4275D6679B2F}" srcOrd="4" destOrd="0" parTransId="{452D2959-5D19-45CA-8AC7-40DDA7EB6E69}" sibTransId="{39B2D278-A28C-49A0-A601-AF85B97A5255}"/>
    <dgm:cxn modelId="{CFFBDA94-083D-45DE-ADDD-83C179E44970}" type="presOf" srcId="{D1B3C25C-8D34-4C9B-8C8B-D5B1AC8B9A0A}" destId="{248189A3-B3C1-46C6-BD30-B7C59054ECAC}" srcOrd="0" destOrd="0" presId="urn:microsoft.com/office/officeart/2008/layout/LinedList"/>
    <dgm:cxn modelId="{A4ACBB9C-E507-4637-A25D-A59E4358A0C6}" type="presOf" srcId="{C75C6BC1-F207-4D57-B525-4275D6679B2F}" destId="{918591EE-F9B4-4458-B11D-C468DC0661CF}" srcOrd="0" destOrd="0" presId="urn:microsoft.com/office/officeart/2008/layout/LinedList"/>
    <dgm:cxn modelId="{E0D890B3-267F-4B05-9D9A-0BEA86076910}" type="presOf" srcId="{DA3010E0-6E25-4AC3-9517-1B69AFF10758}" destId="{D6F29607-EC17-4C9A-9AA5-00BD03BC1D3A}" srcOrd="0" destOrd="0" presId="urn:microsoft.com/office/officeart/2008/layout/LinedList"/>
    <dgm:cxn modelId="{D6CF75BC-7EF4-4FD7-A544-76A4EB2C8440}" type="presOf" srcId="{CA667770-4861-4004-ADA5-37EAA887A888}" destId="{F9BF5953-C8E4-4643-9449-2C97C2068C59}" srcOrd="0" destOrd="0" presId="urn:microsoft.com/office/officeart/2008/layout/LinedList"/>
    <dgm:cxn modelId="{DD4BDDCA-5992-4D50-BDDB-BBE4A0D771C4}" srcId="{D0ED7F21-8EF2-4077-9D2C-2BD62E3D2E42}" destId="{105EE8EA-28D9-47E0-91E9-18B8EFA12F89}" srcOrd="0" destOrd="0" parTransId="{E195BD6E-40E0-4035-ACA3-0476EE9D08A0}" sibTransId="{6C43B8DB-0F0B-4528-A840-E10113EBB838}"/>
    <dgm:cxn modelId="{FAC111EA-C72F-4671-9A03-4E322F460B5B}" srcId="{D0ED7F21-8EF2-4077-9D2C-2BD62E3D2E42}" destId="{DA3010E0-6E25-4AC3-9517-1B69AFF10758}" srcOrd="5" destOrd="0" parTransId="{ED5BABF8-64B1-4FD6-9D09-712933B620B7}" sibTransId="{EB1D990A-693B-4E8A-82F0-F6E3C83AF400}"/>
    <dgm:cxn modelId="{7A7AE9EB-8EE5-494F-9136-1419F26D768E}" type="presOf" srcId="{D0ED7F21-8EF2-4077-9D2C-2BD62E3D2E42}" destId="{E5F87EAE-D2C7-4111-9291-90150AF1FF15}" srcOrd="0" destOrd="0" presId="urn:microsoft.com/office/officeart/2008/layout/LinedList"/>
    <dgm:cxn modelId="{227100EE-E325-4D69-8E68-26CFE6695839}" type="presOf" srcId="{105EE8EA-28D9-47E0-91E9-18B8EFA12F89}" destId="{8F2A2BF8-1C4D-4328-88CD-396FEF18DB08}" srcOrd="0" destOrd="0" presId="urn:microsoft.com/office/officeart/2008/layout/LinedList"/>
    <dgm:cxn modelId="{46C4B307-458A-458F-AD15-D86AD2C3F471}" type="presParOf" srcId="{E5F87EAE-D2C7-4111-9291-90150AF1FF15}" destId="{DE1FEF23-2F6E-424E-B809-E1C06B4A2CB8}" srcOrd="0" destOrd="0" presId="urn:microsoft.com/office/officeart/2008/layout/LinedList"/>
    <dgm:cxn modelId="{F8AE488C-15E4-43B8-A71B-3D8057D6A9E5}" type="presParOf" srcId="{E5F87EAE-D2C7-4111-9291-90150AF1FF15}" destId="{1542B26D-66B0-44CC-AA35-80DFB2D2EE09}" srcOrd="1" destOrd="0" presId="urn:microsoft.com/office/officeart/2008/layout/LinedList"/>
    <dgm:cxn modelId="{8CB30E74-3FAD-42BA-821D-A1A378436E12}" type="presParOf" srcId="{1542B26D-66B0-44CC-AA35-80DFB2D2EE09}" destId="{8F2A2BF8-1C4D-4328-88CD-396FEF18DB08}" srcOrd="0" destOrd="0" presId="urn:microsoft.com/office/officeart/2008/layout/LinedList"/>
    <dgm:cxn modelId="{0CA16CE8-89ED-485B-858D-D9BFCB80D141}" type="presParOf" srcId="{1542B26D-66B0-44CC-AA35-80DFB2D2EE09}" destId="{89DD07FD-9920-4460-87F1-E84A96FB9D08}" srcOrd="1" destOrd="0" presId="urn:microsoft.com/office/officeart/2008/layout/LinedList"/>
    <dgm:cxn modelId="{A9FB4FF5-CA11-4D9F-B32B-04A983E81D36}" type="presParOf" srcId="{E5F87EAE-D2C7-4111-9291-90150AF1FF15}" destId="{B07F486E-7C2A-4497-B734-21E81A597D7A}" srcOrd="2" destOrd="0" presId="urn:microsoft.com/office/officeart/2008/layout/LinedList"/>
    <dgm:cxn modelId="{810DD1E4-8204-4D9D-B578-35B2840F661A}" type="presParOf" srcId="{E5F87EAE-D2C7-4111-9291-90150AF1FF15}" destId="{BF9188BD-5E5A-4A9E-9EF2-2E788B17375A}" srcOrd="3" destOrd="0" presId="urn:microsoft.com/office/officeart/2008/layout/LinedList"/>
    <dgm:cxn modelId="{5AE41807-A260-468F-8ED0-BF83DECFE268}" type="presParOf" srcId="{BF9188BD-5E5A-4A9E-9EF2-2E788B17375A}" destId="{99F605B3-AC56-4781-9C90-8CF925BC304E}" srcOrd="0" destOrd="0" presId="urn:microsoft.com/office/officeart/2008/layout/LinedList"/>
    <dgm:cxn modelId="{DE530AF1-B93D-445D-978B-107BF4EEAF8C}" type="presParOf" srcId="{BF9188BD-5E5A-4A9E-9EF2-2E788B17375A}" destId="{FE33877E-ED94-4399-A67B-6BD3A32FD046}" srcOrd="1" destOrd="0" presId="urn:microsoft.com/office/officeart/2008/layout/LinedList"/>
    <dgm:cxn modelId="{9770AE59-61E3-417B-9636-8A46840AC0F6}" type="presParOf" srcId="{E5F87EAE-D2C7-4111-9291-90150AF1FF15}" destId="{8F5683AF-B8E8-4A4F-8F88-BB0084F8C04F}" srcOrd="4" destOrd="0" presId="urn:microsoft.com/office/officeart/2008/layout/LinedList"/>
    <dgm:cxn modelId="{CEE8F7E3-428A-4E12-8F53-E4F202B241C0}" type="presParOf" srcId="{E5F87EAE-D2C7-4111-9291-90150AF1FF15}" destId="{5C9BC392-DE85-42EC-BEC4-3F94D21B64E7}" srcOrd="5" destOrd="0" presId="urn:microsoft.com/office/officeart/2008/layout/LinedList"/>
    <dgm:cxn modelId="{DC247DA4-BC3F-4AB8-8BBC-E4C04E99E2A7}" type="presParOf" srcId="{5C9BC392-DE85-42EC-BEC4-3F94D21B64E7}" destId="{F9BF5953-C8E4-4643-9449-2C97C2068C59}" srcOrd="0" destOrd="0" presId="urn:microsoft.com/office/officeart/2008/layout/LinedList"/>
    <dgm:cxn modelId="{750FC9FC-563E-481B-B5C5-441F1D95DD3C}" type="presParOf" srcId="{5C9BC392-DE85-42EC-BEC4-3F94D21B64E7}" destId="{6A9E0E4B-E067-4FBB-9616-93B3EC55E79C}" srcOrd="1" destOrd="0" presId="urn:microsoft.com/office/officeart/2008/layout/LinedList"/>
    <dgm:cxn modelId="{EEB96D9D-6205-4308-AA19-F2735B770A55}" type="presParOf" srcId="{E5F87EAE-D2C7-4111-9291-90150AF1FF15}" destId="{6F1B99C4-0051-4796-BB4A-195940DB9710}" srcOrd="6" destOrd="0" presId="urn:microsoft.com/office/officeart/2008/layout/LinedList"/>
    <dgm:cxn modelId="{039B40ED-2CED-44DF-B6F3-29C2457A5EBB}" type="presParOf" srcId="{E5F87EAE-D2C7-4111-9291-90150AF1FF15}" destId="{C50CA909-8E93-41B1-B4CB-D492A881DAD4}" srcOrd="7" destOrd="0" presId="urn:microsoft.com/office/officeart/2008/layout/LinedList"/>
    <dgm:cxn modelId="{01830F60-43A0-43C5-940E-1107369DFC78}" type="presParOf" srcId="{C50CA909-8E93-41B1-B4CB-D492A881DAD4}" destId="{248189A3-B3C1-46C6-BD30-B7C59054ECAC}" srcOrd="0" destOrd="0" presId="urn:microsoft.com/office/officeart/2008/layout/LinedList"/>
    <dgm:cxn modelId="{0C18C7E4-687A-46E2-A034-5756CEE30806}" type="presParOf" srcId="{C50CA909-8E93-41B1-B4CB-D492A881DAD4}" destId="{0ADABA9D-7D49-4968-A180-80DD39758C46}" srcOrd="1" destOrd="0" presId="urn:microsoft.com/office/officeart/2008/layout/LinedList"/>
    <dgm:cxn modelId="{BF344416-8433-4C81-BE8B-9F9458845B00}" type="presParOf" srcId="{E5F87EAE-D2C7-4111-9291-90150AF1FF15}" destId="{B00F0D9B-F9B2-4919-A4D8-4BCE93D72EE3}" srcOrd="8" destOrd="0" presId="urn:microsoft.com/office/officeart/2008/layout/LinedList"/>
    <dgm:cxn modelId="{1E11CCF0-82FA-4F6C-9B37-6B41C548470F}" type="presParOf" srcId="{E5F87EAE-D2C7-4111-9291-90150AF1FF15}" destId="{0A4A776C-607F-4C27-837C-FA881093AB70}" srcOrd="9" destOrd="0" presId="urn:microsoft.com/office/officeart/2008/layout/LinedList"/>
    <dgm:cxn modelId="{A252E7F0-6E1B-4CC4-A61F-FB1D61E66298}" type="presParOf" srcId="{0A4A776C-607F-4C27-837C-FA881093AB70}" destId="{918591EE-F9B4-4458-B11D-C468DC0661CF}" srcOrd="0" destOrd="0" presId="urn:microsoft.com/office/officeart/2008/layout/LinedList"/>
    <dgm:cxn modelId="{C55AE352-B3FF-4469-B174-41695591EEC7}" type="presParOf" srcId="{0A4A776C-607F-4C27-837C-FA881093AB70}" destId="{C9BEF35C-625C-43D4-B124-1BCA0880909A}" srcOrd="1" destOrd="0" presId="urn:microsoft.com/office/officeart/2008/layout/LinedList"/>
    <dgm:cxn modelId="{EF2B6538-641E-4B42-A642-5677F6DC238B}" type="presParOf" srcId="{E5F87EAE-D2C7-4111-9291-90150AF1FF15}" destId="{962598EE-AF8E-4155-BF89-6E5C3D006244}" srcOrd="10" destOrd="0" presId="urn:microsoft.com/office/officeart/2008/layout/LinedList"/>
    <dgm:cxn modelId="{1798CE66-ACB3-45DD-8A9B-E29571E11E15}" type="presParOf" srcId="{E5F87EAE-D2C7-4111-9291-90150AF1FF15}" destId="{F54083F0-1D6A-4931-BAC2-DF34CF55AE96}" srcOrd="11" destOrd="0" presId="urn:microsoft.com/office/officeart/2008/layout/LinedList"/>
    <dgm:cxn modelId="{3CAF3CA9-3C2D-40A3-9E4B-7DE9451DA106}" type="presParOf" srcId="{F54083F0-1D6A-4931-BAC2-DF34CF55AE96}" destId="{D6F29607-EC17-4C9A-9AA5-00BD03BC1D3A}" srcOrd="0" destOrd="0" presId="urn:microsoft.com/office/officeart/2008/layout/LinedList"/>
    <dgm:cxn modelId="{306368A5-6D42-4495-9FC1-7649DD4B6F52}" type="presParOf" srcId="{F54083F0-1D6A-4931-BAC2-DF34CF55AE96}" destId="{91105DA7-9CEC-43CA-BD06-DC3ECD6432D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69CF0D-8678-4322-8E51-2E2E28C96C92}" type="doc">
      <dgm:prSet loTypeId="urn:microsoft.com/office/officeart/2005/8/layout/vList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9ED775EE-4C45-4DFE-A7AB-7FA46696CF93}">
      <dgm:prSet/>
      <dgm:spPr/>
      <dgm:t>
        <a:bodyPr/>
        <a:lstStyle/>
        <a:p>
          <a:r>
            <a:rPr lang="en-US"/>
            <a:t>▪ Lenguaje de programación interpretado y de propósito general</a:t>
          </a:r>
        </a:p>
      </dgm:t>
    </dgm:pt>
    <dgm:pt modelId="{27D57575-A224-49F1-8F54-346A006F6C37}" type="parTrans" cxnId="{A416BCD5-4080-4F68-9A99-B18F12AC44C7}">
      <dgm:prSet/>
      <dgm:spPr/>
      <dgm:t>
        <a:bodyPr/>
        <a:lstStyle/>
        <a:p>
          <a:endParaRPr lang="en-US"/>
        </a:p>
      </dgm:t>
    </dgm:pt>
    <dgm:pt modelId="{035E610D-DA4D-4481-B264-7D9B6180C093}" type="sibTrans" cxnId="{A416BCD5-4080-4F68-9A99-B18F12AC44C7}">
      <dgm:prSet/>
      <dgm:spPr/>
      <dgm:t>
        <a:bodyPr/>
        <a:lstStyle/>
        <a:p>
          <a:endParaRPr lang="en-US"/>
        </a:p>
      </dgm:t>
    </dgm:pt>
    <dgm:pt modelId="{5418B15B-A263-4A55-9676-BC24DA9244D7}">
      <dgm:prSet/>
      <dgm:spPr/>
      <dgm:t>
        <a:bodyPr/>
        <a:lstStyle/>
        <a:p>
          <a:r>
            <a:rPr lang="en-US" dirty="0"/>
            <a:t>▪ Se </a:t>
          </a:r>
          <a:r>
            <a:rPr lang="en-US" dirty="0" err="1"/>
            <a:t>ejecuta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navegadores</a:t>
          </a:r>
          <a:r>
            <a:rPr lang="en-US" dirty="0"/>
            <a:t> web (</a:t>
          </a:r>
          <a:r>
            <a:rPr lang="en-US" dirty="0" err="1"/>
            <a:t>lado</a:t>
          </a:r>
          <a:r>
            <a:rPr lang="en-US" dirty="0"/>
            <a:t> del </a:t>
          </a:r>
          <a:r>
            <a:rPr lang="en-US" dirty="0" err="1"/>
            <a:t>cliente</a:t>
          </a:r>
          <a:r>
            <a:rPr lang="en-US" dirty="0"/>
            <a:t>) y del </a:t>
          </a:r>
          <a:r>
            <a:rPr lang="en-US" dirty="0" err="1"/>
            <a:t>lado</a:t>
          </a:r>
          <a:r>
            <a:rPr lang="en-US" dirty="0"/>
            <a:t> del </a:t>
          </a:r>
          <a:r>
            <a:rPr lang="en-US" dirty="0" err="1"/>
            <a:t>servidor</a:t>
          </a:r>
          <a:r>
            <a:rPr lang="en-US" dirty="0"/>
            <a:t> (node JS)</a:t>
          </a:r>
        </a:p>
      </dgm:t>
    </dgm:pt>
    <dgm:pt modelId="{327F1E60-96D8-4BFC-AB66-5C422601BCBA}" type="parTrans" cxnId="{C38008FD-22DB-4F5F-AF16-02BDAEBE2C90}">
      <dgm:prSet/>
      <dgm:spPr/>
      <dgm:t>
        <a:bodyPr/>
        <a:lstStyle/>
        <a:p>
          <a:endParaRPr lang="en-US"/>
        </a:p>
      </dgm:t>
    </dgm:pt>
    <dgm:pt modelId="{ACC611CE-B2E1-442B-ADC6-ABA4D1326CA7}" type="sibTrans" cxnId="{C38008FD-22DB-4F5F-AF16-02BDAEBE2C90}">
      <dgm:prSet/>
      <dgm:spPr/>
      <dgm:t>
        <a:bodyPr/>
        <a:lstStyle/>
        <a:p>
          <a:endParaRPr lang="en-US"/>
        </a:p>
      </dgm:t>
    </dgm:pt>
    <dgm:pt modelId="{142F51A7-6914-481E-9D2B-FF8B79D4C893}">
      <dgm:prSet/>
      <dgm:spPr/>
      <dgm:t>
        <a:bodyPr/>
        <a:lstStyle/>
        <a:p>
          <a:r>
            <a:rPr lang="en-US"/>
            <a:t>▪ Permite crear interactividad en páginas web</a:t>
          </a:r>
        </a:p>
      </dgm:t>
    </dgm:pt>
    <dgm:pt modelId="{BB7CB0C7-1BA2-4C27-BFB2-324F7BFEE0E9}" type="parTrans" cxnId="{C642470C-95A3-44A2-B280-7A38C7B99D59}">
      <dgm:prSet/>
      <dgm:spPr/>
      <dgm:t>
        <a:bodyPr/>
        <a:lstStyle/>
        <a:p>
          <a:endParaRPr lang="en-US"/>
        </a:p>
      </dgm:t>
    </dgm:pt>
    <dgm:pt modelId="{B5C4A41A-94AC-4B12-9BA6-4393D42CD3D1}" type="sibTrans" cxnId="{C642470C-95A3-44A2-B280-7A38C7B99D59}">
      <dgm:prSet/>
      <dgm:spPr/>
      <dgm:t>
        <a:bodyPr/>
        <a:lstStyle/>
        <a:p>
          <a:endParaRPr lang="en-US"/>
        </a:p>
      </dgm:t>
    </dgm:pt>
    <dgm:pt modelId="{96784D97-F81B-4628-BC8E-18D81F8E6F8B}">
      <dgm:prSet/>
      <dgm:spPr/>
      <dgm:t>
        <a:bodyPr/>
        <a:lstStyle/>
        <a:p>
          <a:r>
            <a:rPr lang="en-US"/>
            <a:t>▪ No requiere compilación - se interpreta en tiempo real</a:t>
          </a:r>
        </a:p>
      </dgm:t>
    </dgm:pt>
    <dgm:pt modelId="{A7D02522-0F8A-47D5-ABF2-2332B9F6CA42}" type="parTrans" cxnId="{8A829066-B92D-4BFC-A28F-BD3494385D46}">
      <dgm:prSet/>
      <dgm:spPr/>
      <dgm:t>
        <a:bodyPr/>
        <a:lstStyle/>
        <a:p>
          <a:endParaRPr lang="en-US"/>
        </a:p>
      </dgm:t>
    </dgm:pt>
    <dgm:pt modelId="{8575AFD0-DD37-48AD-8B65-340D4A26CFD5}" type="sibTrans" cxnId="{8A829066-B92D-4BFC-A28F-BD3494385D46}">
      <dgm:prSet/>
      <dgm:spPr/>
      <dgm:t>
        <a:bodyPr/>
        <a:lstStyle/>
        <a:p>
          <a:endParaRPr lang="en-US"/>
        </a:p>
      </dgm:t>
    </dgm:pt>
    <dgm:pt modelId="{C082DEB3-B5BC-4F8D-A8CD-0FFE1EE8D1DC}">
      <dgm:prSet/>
      <dgm:spPr/>
      <dgm:t>
        <a:bodyPr/>
        <a:lstStyle/>
        <a:p>
          <a:r>
            <a:rPr lang="en-US"/>
            <a:t>▪ Es independiente de la plataforma</a:t>
          </a:r>
        </a:p>
      </dgm:t>
    </dgm:pt>
    <dgm:pt modelId="{353B654C-D84F-47EB-8A77-59C0ACCF1932}" type="parTrans" cxnId="{B8EE5F5F-EEA5-46E9-9C0D-CBAD0BB8AF08}">
      <dgm:prSet/>
      <dgm:spPr/>
      <dgm:t>
        <a:bodyPr/>
        <a:lstStyle/>
        <a:p>
          <a:endParaRPr lang="en-US"/>
        </a:p>
      </dgm:t>
    </dgm:pt>
    <dgm:pt modelId="{6750DFA3-9526-4DF2-9C44-F0CDD30D3EBD}" type="sibTrans" cxnId="{B8EE5F5F-EEA5-46E9-9C0D-CBAD0BB8AF08}">
      <dgm:prSet/>
      <dgm:spPr/>
      <dgm:t>
        <a:bodyPr/>
        <a:lstStyle/>
        <a:p>
          <a:endParaRPr lang="en-US"/>
        </a:p>
      </dgm:t>
    </dgm:pt>
    <dgm:pt modelId="{6DFED437-0749-4FB3-A2CB-F8475F904BB8}">
      <dgm:prSet/>
      <dgm:spPr/>
      <dgm:t>
        <a:bodyPr/>
        <a:lstStyle/>
        <a:p>
          <a:r>
            <a:rPr lang="en-US"/>
            <a:t>▪ Se ejecuta rápidamente en el navegador del usuario</a:t>
          </a:r>
        </a:p>
      </dgm:t>
    </dgm:pt>
    <dgm:pt modelId="{46239665-178A-42A7-AC7C-D8C7AEA88B81}" type="parTrans" cxnId="{F72A5CDF-698A-41FD-9BBA-0BD598229792}">
      <dgm:prSet/>
      <dgm:spPr/>
      <dgm:t>
        <a:bodyPr/>
        <a:lstStyle/>
        <a:p>
          <a:endParaRPr lang="en-US"/>
        </a:p>
      </dgm:t>
    </dgm:pt>
    <dgm:pt modelId="{2C77FF59-5045-4844-8307-A11EF5C476FD}" type="sibTrans" cxnId="{F72A5CDF-698A-41FD-9BBA-0BD598229792}">
      <dgm:prSet/>
      <dgm:spPr/>
      <dgm:t>
        <a:bodyPr/>
        <a:lstStyle/>
        <a:p>
          <a:endParaRPr lang="en-US"/>
        </a:p>
      </dgm:t>
    </dgm:pt>
    <dgm:pt modelId="{CFD4BB8F-62BA-41FA-ABAC-FEFF3E45AE0F}" type="pres">
      <dgm:prSet presAssocID="{0269CF0D-8678-4322-8E51-2E2E28C96C92}" presName="linear" presStyleCnt="0">
        <dgm:presLayoutVars>
          <dgm:animLvl val="lvl"/>
          <dgm:resizeHandles val="exact"/>
        </dgm:presLayoutVars>
      </dgm:prSet>
      <dgm:spPr/>
    </dgm:pt>
    <dgm:pt modelId="{6AB8A5FB-47B4-40DD-BB6D-AEFDCB46E5A4}" type="pres">
      <dgm:prSet presAssocID="{9ED775EE-4C45-4DFE-A7AB-7FA46696CF9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46D142C-7DEB-48F9-9ABD-A6B3C5DAA859}" type="pres">
      <dgm:prSet presAssocID="{035E610D-DA4D-4481-B264-7D9B6180C093}" presName="spacer" presStyleCnt="0"/>
      <dgm:spPr/>
    </dgm:pt>
    <dgm:pt modelId="{F5E3A124-5DA4-43FF-BAB3-5C440227FAD0}" type="pres">
      <dgm:prSet presAssocID="{5418B15B-A263-4A55-9676-BC24DA9244D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DE57BBF-8CA5-4753-BBF7-6166AEB9CD09}" type="pres">
      <dgm:prSet presAssocID="{ACC611CE-B2E1-442B-ADC6-ABA4D1326CA7}" presName="spacer" presStyleCnt="0"/>
      <dgm:spPr/>
    </dgm:pt>
    <dgm:pt modelId="{A5BC9B58-570A-45E7-84AA-F5422ACDB552}" type="pres">
      <dgm:prSet presAssocID="{142F51A7-6914-481E-9D2B-FF8B79D4C89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392572E-E161-4BA3-BDF8-FA87AA2B8A3A}" type="pres">
      <dgm:prSet presAssocID="{B5C4A41A-94AC-4B12-9BA6-4393D42CD3D1}" presName="spacer" presStyleCnt="0"/>
      <dgm:spPr/>
    </dgm:pt>
    <dgm:pt modelId="{8CD00901-42FD-418D-A3D1-DB0B40BEEF25}" type="pres">
      <dgm:prSet presAssocID="{96784D97-F81B-4628-BC8E-18D81F8E6F8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E6C2A6F-6D28-4CCA-B5F9-ADA62A1504A9}" type="pres">
      <dgm:prSet presAssocID="{8575AFD0-DD37-48AD-8B65-340D4A26CFD5}" presName="spacer" presStyleCnt="0"/>
      <dgm:spPr/>
    </dgm:pt>
    <dgm:pt modelId="{0580125D-484D-4C9E-8D53-E77B8B3133B1}" type="pres">
      <dgm:prSet presAssocID="{C082DEB3-B5BC-4F8D-A8CD-0FFE1EE8D1D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07258FB-6352-4F98-A957-0330A7450B70}" type="pres">
      <dgm:prSet presAssocID="{6750DFA3-9526-4DF2-9C44-F0CDD30D3EBD}" presName="spacer" presStyleCnt="0"/>
      <dgm:spPr/>
    </dgm:pt>
    <dgm:pt modelId="{E0259883-0D3B-4654-97A6-07E79F652C5B}" type="pres">
      <dgm:prSet presAssocID="{6DFED437-0749-4FB3-A2CB-F8475F904BB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42470C-95A3-44A2-B280-7A38C7B99D59}" srcId="{0269CF0D-8678-4322-8E51-2E2E28C96C92}" destId="{142F51A7-6914-481E-9D2B-FF8B79D4C893}" srcOrd="2" destOrd="0" parTransId="{BB7CB0C7-1BA2-4C27-BFB2-324F7BFEE0E9}" sibTransId="{B5C4A41A-94AC-4B12-9BA6-4393D42CD3D1}"/>
    <dgm:cxn modelId="{4DC72418-F8B1-4689-8DE4-FB2144B8DFB5}" type="presOf" srcId="{142F51A7-6914-481E-9D2B-FF8B79D4C893}" destId="{A5BC9B58-570A-45E7-84AA-F5422ACDB552}" srcOrd="0" destOrd="0" presId="urn:microsoft.com/office/officeart/2005/8/layout/vList2"/>
    <dgm:cxn modelId="{E0FC7C1A-AF40-49A6-B30F-57322F55226F}" type="presOf" srcId="{6DFED437-0749-4FB3-A2CB-F8475F904BB8}" destId="{E0259883-0D3B-4654-97A6-07E79F652C5B}" srcOrd="0" destOrd="0" presId="urn:microsoft.com/office/officeart/2005/8/layout/vList2"/>
    <dgm:cxn modelId="{51BED632-9B8E-4DC0-8B37-6055571AE842}" type="presOf" srcId="{9ED775EE-4C45-4DFE-A7AB-7FA46696CF93}" destId="{6AB8A5FB-47B4-40DD-BB6D-AEFDCB46E5A4}" srcOrd="0" destOrd="0" presId="urn:microsoft.com/office/officeart/2005/8/layout/vList2"/>
    <dgm:cxn modelId="{B8EE5F5F-EEA5-46E9-9C0D-CBAD0BB8AF08}" srcId="{0269CF0D-8678-4322-8E51-2E2E28C96C92}" destId="{C082DEB3-B5BC-4F8D-A8CD-0FFE1EE8D1DC}" srcOrd="4" destOrd="0" parTransId="{353B654C-D84F-47EB-8A77-59C0ACCF1932}" sibTransId="{6750DFA3-9526-4DF2-9C44-F0CDD30D3EBD}"/>
    <dgm:cxn modelId="{6D240863-D5BB-439A-A179-484B4DF34C4C}" type="presOf" srcId="{C082DEB3-B5BC-4F8D-A8CD-0FFE1EE8D1DC}" destId="{0580125D-484D-4C9E-8D53-E77B8B3133B1}" srcOrd="0" destOrd="0" presId="urn:microsoft.com/office/officeart/2005/8/layout/vList2"/>
    <dgm:cxn modelId="{9A44B364-D338-407D-9BE6-CCCEF2726FE4}" type="presOf" srcId="{96784D97-F81B-4628-BC8E-18D81F8E6F8B}" destId="{8CD00901-42FD-418D-A3D1-DB0B40BEEF25}" srcOrd="0" destOrd="0" presId="urn:microsoft.com/office/officeart/2005/8/layout/vList2"/>
    <dgm:cxn modelId="{8A829066-B92D-4BFC-A28F-BD3494385D46}" srcId="{0269CF0D-8678-4322-8E51-2E2E28C96C92}" destId="{96784D97-F81B-4628-BC8E-18D81F8E6F8B}" srcOrd="3" destOrd="0" parTransId="{A7D02522-0F8A-47D5-ABF2-2332B9F6CA42}" sibTransId="{8575AFD0-DD37-48AD-8B65-340D4A26CFD5}"/>
    <dgm:cxn modelId="{2D7EB76B-A9A5-4E79-B510-EFF087AC434D}" type="presOf" srcId="{5418B15B-A263-4A55-9676-BC24DA9244D7}" destId="{F5E3A124-5DA4-43FF-BAB3-5C440227FAD0}" srcOrd="0" destOrd="0" presId="urn:microsoft.com/office/officeart/2005/8/layout/vList2"/>
    <dgm:cxn modelId="{50E043B0-B36C-4003-909F-C920385DBAAD}" type="presOf" srcId="{0269CF0D-8678-4322-8E51-2E2E28C96C92}" destId="{CFD4BB8F-62BA-41FA-ABAC-FEFF3E45AE0F}" srcOrd="0" destOrd="0" presId="urn:microsoft.com/office/officeart/2005/8/layout/vList2"/>
    <dgm:cxn modelId="{A416BCD5-4080-4F68-9A99-B18F12AC44C7}" srcId="{0269CF0D-8678-4322-8E51-2E2E28C96C92}" destId="{9ED775EE-4C45-4DFE-A7AB-7FA46696CF93}" srcOrd="0" destOrd="0" parTransId="{27D57575-A224-49F1-8F54-346A006F6C37}" sibTransId="{035E610D-DA4D-4481-B264-7D9B6180C093}"/>
    <dgm:cxn modelId="{F72A5CDF-698A-41FD-9BBA-0BD598229792}" srcId="{0269CF0D-8678-4322-8E51-2E2E28C96C92}" destId="{6DFED437-0749-4FB3-A2CB-F8475F904BB8}" srcOrd="5" destOrd="0" parTransId="{46239665-178A-42A7-AC7C-D8C7AEA88B81}" sibTransId="{2C77FF59-5045-4844-8307-A11EF5C476FD}"/>
    <dgm:cxn modelId="{C38008FD-22DB-4F5F-AF16-02BDAEBE2C90}" srcId="{0269CF0D-8678-4322-8E51-2E2E28C96C92}" destId="{5418B15B-A263-4A55-9676-BC24DA9244D7}" srcOrd="1" destOrd="0" parTransId="{327F1E60-96D8-4BFC-AB66-5C422601BCBA}" sibTransId="{ACC611CE-B2E1-442B-ADC6-ABA4D1326CA7}"/>
    <dgm:cxn modelId="{A811CDA4-F050-4B27-BE5F-987B045DD03A}" type="presParOf" srcId="{CFD4BB8F-62BA-41FA-ABAC-FEFF3E45AE0F}" destId="{6AB8A5FB-47B4-40DD-BB6D-AEFDCB46E5A4}" srcOrd="0" destOrd="0" presId="urn:microsoft.com/office/officeart/2005/8/layout/vList2"/>
    <dgm:cxn modelId="{EE08D70F-6F06-4EFB-A552-5193F977DF11}" type="presParOf" srcId="{CFD4BB8F-62BA-41FA-ABAC-FEFF3E45AE0F}" destId="{846D142C-7DEB-48F9-9ABD-A6B3C5DAA859}" srcOrd="1" destOrd="0" presId="urn:microsoft.com/office/officeart/2005/8/layout/vList2"/>
    <dgm:cxn modelId="{4652C639-0B6E-48E4-BAAD-915B3AF19E11}" type="presParOf" srcId="{CFD4BB8F-62BA-41FA-ABAC-FEFF3E45AE0F}" destId="{F5E3A124-5DA4-43FF-BAB3-5C440227FAD0}" srcOrd="2" destOrd="0" presId="urn:microsoft.com/office/officeart/2005/8/layout/vList2"/>
    <dgm:cxn modelId="{E318CA41-BF44-4E1F-B541-BC84BD7FFD51}" type="presParOf" srcId="{CFD4BB8F-62BA-41FA-ABAC-FEFF3E45AE0F}" destId="{6DE57BBF-8CA5-4753-BBF7-6166AEB9CD09}" srcOrd="3" destOrd="0" presId="urn:microsoft.com/office/officeart/2005/8/layout/vList2"/>
    <dgm:cxn modelId="{AF0A79E6-E27F-42DB-A781-15F7D4D2F378}" type="presParOf" srcId="{CFD4BB8F-62BA-41FA-ABAC-FEFF3E45AE0F}" destId="{A5BC9B58-570A-45E7-84AA-F5422ACDB552}" srcOrd="4" destOrd="0" presId="urn:microsoft.com/office/officeart/2005/8/layout/vList2"/>
    <dgm:cxn modelId="{2A45DE59-4035-441E-B76C-C45C4B558A10}" type="presParOf" srcId="{CFD4BB8F-62BA-41FA-ABAC-FEFF3E45AE0F}" destId="{0392572E-E161-4BA3-BDF8-FA87AA2B8A3A}" srcOrd="5" destOrd="0" presId="urn:microsoft.com/office/officeart/2005/8/layout/vList2"/>
    <dgm:cxn modelId="{CE4F408A-2F3D-46A6-BB9B-6B71C1D79349}" type="presParOf" srcId="{CFD4BB8F-62BA-41FA-ABAC-FEFF3E45AE0F}" destId="{8CD00901-42FD-418D-A3D1-DB0B40BEEF25}" srcOrd="6" destOrd="0" presId="urn:microsoft.com/office/officeart/2005/8/layout/vList2"/>
    <dgm:cxn modelId="{ACDB3449-349F-4ED2-8141-889D12E5FAC8}" type="presParOf" srcId="{CFD4BB8F-62BA-41FA-ABAC-FEFF3E45AE0F}" destId="{0E6C2A6F-6D28-4CCA-B5F9-ADA62A1504A9}" srcOrd="7" destOrd="0" presId="urn:microsoft.com/office/officeart/2005/8/layout/vList2"/>
    <dgm:cxn modelId="{54218B29-3560-4E69-9E93-F9A71BF94033}" type="presParOf" srcId="{CFD4BB8F-62BA-41FA-ABAC-FEFF3E45AE0F}" destId="{0580125D-484D-4C9E-8D53-E77B8B3133B1}" srcOrd="8" destOrd="0" presId="urn:microsoft.com/office/officeart/2005/8/layout/vList2"/>
    <dgm:cxn modelId="{E4B02F4A-5716-4E07-AF4F-E262E230BFD5}" type="presParOf" srcId="{CFD4BB8F-62BA-41FA-ABAC-FEFF3E45AE0F}" destId="{C07258FB-6352-4F98-A957-0330A7450B70}" srcOrd="9" destOrd="0" presId="urn:microsoft.com/office/officeart/2005/8/layout/vList2"/>
    <dgm:cxn modelId="{AA3AC06E-358F-4074-A5AC-19D0F279438C}" type="presParOf" srcId="{CFD4BB8F-62BA-41FA-ABAC-FEFF3E45AE0F}" destId="{E0259883-0D3B-4654-97A6-07E79F652C5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02DBD6-63BE-44F8-81EB-FB6ED521169B}" type="doc">
      <dgm:prSet loTypeId="urn:microsoft.com/office/officeart/2005/8/layout/default" loCatId="list" qsTypeId="urn:microsoft.com/office/officeart/2005/8/quickstyle/simple1#3" qsCatId="simple" csTypeId="urn:microsoft.com/office/officeart/2005/8/colors/accent1_2#3" csCatId="accent1"/>
      <dgm:spPr/>
      <dgm:t>
        <a:bodyPr/>
        <a:lstStyle/>
        <a:p>
          <a:endParaRPr lang="en-US"/>
        </a:p>
      </dgm:t>
    </dgm:pt>
    <dgm:pt modelId="{7A56DC2C-B803-4FDD-90B2-5F470D351752}">
      <dgm:prSet/>
      <dgm:spPr/>
      <dgm:t>
        <a:bodyPr/>
        <a:lstStyle/>
        <a:p>
          <a:r>
            <a:rPr lang="en-US"/>
            <a:t>▪ Débilmente tipado: Los tipos se asignan automáticamente</a:t>
          </a:r>
        </a:p>
      </dgm:t>
    </dgm:pt>
    <dgm:pt modelId="{338BB348-7061-413F-95F2-3BD45D043F6F}" type="parTrans" cxnId="{A4491DDD-4E13-4E6E-A072-8C663E61A94C}">
      <dgm:prSet/>
      <dgm:spPr/>
      <dgm:t>
        <a:bodyPr/>
        <a:lstStyle/>
        <a:p>
          <a:endParaRPr lang="en-US"/>
        </a:p>
      </dgm:t>
    </dgm:pt>
    <dgm:pt modelId="{7D527F81-976A-47BB-9C12-9DC287C75777}" type="sibTrans" cxnId="{A4491DDD-4E13-4E6E-A072-8C663E61A94C}">
      <dgm:prSet/>
      <dgm:spPr/>
      <dgm:t>
        <a:bodyPr/>
        <a:lstStyle/>
        <a:p>
          <a:endParaRPr lang="en-US"/>
        </a:p>
      </dgm:t>
    </dgm:pt>
    <dgm:pt modelId="{157E87CA-A132-40AB-9344-6443033B366E}">
      <dgm:prSet/>
      <dgm:spPr/>
      <dgm:t>
        <a:bodyPr/>
        <a:lstStyle/>
        <a:p>
          <a:r>
            <a:rPr lang="en-US"/>
            <a:t>▪ Dinámico: Puedes cambiar tipos de datos en tiempo de ejecución</a:t>
          </a:r>
        </a:p>
      </dgm:t>
    </dgm:pt>
    <dgm:pt modelId="{263541C1-9D41-4BD4-B814-7CF1A4C4E030}" type="parTrans" cxnId="{6F52AC2D-A35C-49DA-B9DB-665E89A7D539}">
      <dgm:prSet/>
      <dgm:spPr/>
      <dgm:t>
        <a:bodyPr/>
        <a:lstStyle/>
        <a:p>
          <a:endParaRPr lang="en-US"/>
        </a:p>
      </dgm:t>
    </dgm:pt>
    <dgm:pt modelId="{98F3CABD-F9CA-446F-8B45-511EABC9A8F1}" type="sibTrans" cxnId="{6F52AC2D-A35C-49DA-B9DB-665E89A7D539}">
      <dgm:prSet/>
      <dgm:spPr/>
      <dgm:t>
        <a:bodyPr/>
        <a:lstStyle/>
        <a:p>
          <a:endParaRPr lang="en-US"/>
        </a:p>
      </dgm:t>
    </dgm:pt>
    <dgm:pt modelId="{7A585042-0FBC-4E73-BEDE-41E2683321B6}">
      <dgm:prSet/>
      <dgm:spPr/>
      <dgm:t>
        <a:bodyPr/>
        <a:lstStyle/>
        <a:p>
          <a:r>
            <a:rPr lang="en-US"/>
            <a:t>▪ Orientado a objetos: Permite crear y manipular objetos</a:t>
          </a:r>
        </a:p>
      </dgm:t>
    </dgm:pt>
    <dgm:pt modelId="{0F7CF4D4-C562-4FC5-8BBD-AAA8486F07F1}" type="parTrans" cxnId="{6D092938-55F9-4723-BC17-4A072FDE9DC4}">
      <dgm:prSet/>
      <dgm:spPr/>
      <dgm:t>
        <a:bodyPr/>
        <a:lstStyle/>
        <a:p>
          <a:endParaRPr lang="en-US"/>
        </a:p>
      </dgm:t>
    </dgm:pt>
    <dgm:pt modelId="{A506E52C-589F-444C-9420-62B87189EF32}" type="sibTrans" cxnId="{6D092938-55F9-4723-BC17-4A072FDE9DC4}">
      <dgm:prSet/>
      <dgm:spPr/>
      <dgm:t>
        <a:bodyPr/>
        <a:lstStyle/>
        <a:p>
          <a:endParaRPr lang="en-US"/>
        </a:p>
      </dgm:t>
    </dgm:pt>
    <dgm:pt modelId="{1F7C2894-1520-44E7-8503-52130C020069}">
      <dgm:prSet/>
      <dgm:spPr/>
      <dgm:t>
        <a:bodyPr/>
        <a:lstStyle/>
        <a:p>
          <a:r>
            <a:rPr lang="en-US"/>
            <a:t>▪ Funcional: Soporta funciones como objetos de primera clase</a:t>
          </a:r>
        </a:p>
      </dgm:t>
    </dgm:pt>
    <dgm:pt modelId="{78277198-8DDD-463B-9F75-91B0CA73C583}" type="parTrans" cxnId="{90CA3E80-DAAC-452B-A17D-B4FF099C79D1}">
      <dgm:prSet/>
      <dgm:spPr/>
      <dgm:t>
        <a:bodyPr/>
        <a:lstStyle/>
        <a:p>
          <a:endParaRPr lang="en-US"/>
        </a:p>
      </dgm:t>
    </dgm:pt>
    <dgm:pt modelId="{34648C91-4252-494D-8448-4ABB2AE7E67C}" type="sibTrans" cxnId="{90CA3E80-DAAC-452B-A17D-B4FF099C79D1}">
      <dgm:prSet/>
      <dgm:spPr/>
      <dgm:t>
        <a:bodyPr/>
        <a:lstStyle/>
        <a:p>
          <a:endParaRPr lang="en-US"/>
        </a:p>
      </dgm:t>
    </dgm:pt>
    <dgm:pt modelId="{30D01C27-7E4A-49AE-B2A1-5D5502697A5A}">
      <dgm:prSet/>
      <dgm:spPr/>
      <dgm:t>
        <a:bodyPr/>
        <a:lstStyle/>
        <a:p>
          <a:r>
            <a:rPr lang="en-US"/>
            <a:t>▪ Interpretado: Se ejecuta línea por línea</a:t>
          </a:r>
        </a:p>
      </dgm:t>
    </dgm:pt>
    <dgm:pt modelId="{3C6AAA82-A146-4E40-9B72-D36571F481AA}" type="parTrans" cxnId="{CC4DCAB8-84E7-456B-B824-47B67EDFC99C}">
      <dgm:prSet/>
      <dgm:spPr/>
      <dgm:t>
        <a:bodyPr/>
        <a:lstStyle/>
        <a:p>
          <a:endParaRPr lang="en-US"/>
        </a:p>
      </dgm:t>
    </dgm:pt>
    <dgm:pt modelId="{7753350F-001F-4D05-8CC9-4D5D6498133C}" type="sibTrans" cxnId="{CC4DCAB8-84E7-456B-B824-47B67EDFC99C}">
      <dgm:prSet/>
      <dgm:spPr/>
      <dgm:t>
        <a:bodyPr/>
        <a:lstStyle/>
        <a:p>
          <a:endParaRPr lang="en-US"/>
        </a:p>
      </dgm:t>
    </dgm:pt>
    <dgm:pt modelId="{D7857D38-D426-422A-A2C8-8BE76E8F1672}">
      <dgm:prSet/>
      <dgm:spPr/>
      <dgm:t>
        <a:bodyPr/>
        <a:lstStyle/>
        <a:p>
          <a:r>
            <a:rPr lang="en-US"/>
            <a:t>▪ Compatible con todos los navegadores modernos</a:t>
          </a:r>
        </a:p>
      </dgm:t>
    </dgm:pt>
    <dgm:pt modelId="{302CD613-F8E0-47DA-BD00-D6AF296BFF7B}" type="parTrans" cxnId="{4E399422-8BF1-41E0-85CC-DB151C22DD8E}">
      <dgm:prSet/>
      <dgm:spPr/>
      <dgm:t>
        <a:bodyPr/>
        <a:lstStyle/>
        <a:p>
          <a:endParaRPr lang="en-US"/>
        </a:p>
      </dgm:t>
    </dgm:pt>
    <dgm:pt modelId="{7D8F4022-3CD2-4CCE-ABE2-4FF79DEB1C8F}" type="sibTrans" cxnId="{4E399422-8BF1-41E0-85CC-DB151C22DD8E}">
      <dgm:prSet/>
      <dgm:spPr/>
      <dgm:t>
        <a:bodyPr/>
        <a:lstStyle/>
        <a:p>
          <a:endParaRPr lang="en-US"/>
        </a:p>
      </dgm:t>
    </dgm:pt>
    <dgm:pt modelId="{EAC53B1E-5CF6-499F-AEFE-6113EF5C6AF6}" type="pres">
      <dgm:prSet presAssocID="{E502DBD6-63BE-44F8-81EB-FB6ED521169B}" presName="diagram" presStyleCnt="0">
        <dgm:presLayoutVars>
          <dgm:dir/>
          <dgm:resizeHandles val="exact"/>
        </dgm:presLayoutVars>
      </dgm:prSet>
      <dgm:spPr/>
    </dgm:pt>
    <dgm:pt modelId="{9040AF01-F103-4E87-90FE-5A9060C6ED55}" type="pres">
      <dgm:prSet presAssocID="{7A56DC2C-B803-4FDD-90B2-5F470D351752}" presName="node" presStyleLbl="node1" presStyleIdx="0" presStyleCnt="6">
        <dgm:presLayoutVars>
          <dgm:bulletEnabled val="1"/>
        </dgm:presLayoutVars>
      </dgm:prSet>
      <dgm:spPr/>
    </dgm:pt>
    <dgm:pt modelId="{17D38149-8532-450C-A3B5-E3872E046A1D}" type="pres">
      <dgm:prSet presAssocID="{7D527F81-976A-47BB-9C12-9DC287C75777}" presName="sibTrans" presStyleCnt="0"/>
      <dgm:spPr/>
    </dgm:pt>
    <dgm:pt modelId="{B6F3C758-092C-428C-82D4-7A4F6EBFA905}" type="pres">
      <dgm:prSet presAssocID="{157E87CA-A132-40AB-9344-6443033B366E}" presName="node" presStyleLbl="node1" presStyleIdx="1" presStyleCnt="6">
        <dgm:presLayoutVars>
          <dgm:bulletEnabled val="1"/>
        </dgm:presLayoutVars>
      </dgm:prSet>
      <dgm:spPr/>
    </dgm:pt>
    <dgm:pt modelId="{C0A10AFD-9904-4B92-BBBB-9066B8241F5C}" type="pres">
      <dgm:prSet presAssocID="{98F3CABD-F9CA-446F-8B45-511EABC9A8F1}" presName="sibTrans" presStyleCnt="0"/>
      <dgm:spPr/>
    </dgm:pt>
    <dgm:pt modelId="{0114C8F6-F491-4F9E-96B6-9157A97EB08C}" type="pres">
      <dgm:prSet presAssocID="{7A585042-0FBC-4E73-BEDE-41E2683321B6}" presName="node" presStyleLbl="node1" presStyleIdx="2" presStyleCnt="6">
        <dgm:presLayoutVars>
          <dgm:bulletEnabled val="1"/>
        </dgm:presLayoutVars>
      </dgm:prSet>
      <dgm:spPr/>
    </dgm:pt>
    <dgm:pt modelId="{AC3C789B-54DB-4C54-813A-BC6FA84ACEE2}" type="pres">
      <dgm:prSet presAssocID="{A506E52C-589F-444C-9420-62B87189EF32}" presName="sibTrans" presStyleCnt="0"/>
      <dgm:spPr/>
    </dgm:pt>
    <dgm:pt modelId="{70823750-AFE2-4794-B312-AFD9C6BB8F69}" type="pres">
      <dgm:prSet presAssocID="{1F7C2894-1520-44E7-8503-52130C020069}" presName="node" presStyleLbl="node1" presStyleIdx="3" presStyleCnt="6">
        <dgm:presLayoutVars>
          <dgm:bulletEnabled val="1"/>
        </dgm:presLayoutVars>
      </dgm:prSet>
      <dgm:spPr/>
    </dgm:pt>
    <dgm:pt modelId="{204A2E20-4C9D-4FB5-B204-B756E15E4938}" type="pres">
      <dgm:prSet presAssocID="{34648C91-4252-494D-8448-4ABB2AE7E67C}" presName="sibTrans" presStyleCnt="0"/>
      <dgm:spPr/>
    </dgm:pt>
    <dgm:pt modelId="{71C26ACC-6822-4731-B111-C9905EACF1D3}" type="pres">
      <dgm:prSet presAssocID="{30D01C27-7E4A-49AE-B2A1-5D5502697A5A}" presName="node" presStyleLbl="node1" presStyleIdx="4" presStyleCnt="6">
        <dgm:presLayoutVars>
          <dgm:bulletEnabled val="1"/>
        </dgm:presLayoutVars>
      </dgm:prSet>
      <dgm:spPr/>
    </dgm:pt>
    <dgm:pt modelId="{73B993C5-7FCC-4B3C-BBC9-430C61B57FE9}" type="pres">
      <dgm:prSet presAssocID="{7753350F-001F-4D05-8CC9-4D5D6498133C}" presName="sibTrans" presStyleCnt="0"/>
      <dgm:spPr/>
    </dgm:pt>
    <dgm:pt modelId="{9D74F5EA-5C44-4F72-8988-2C5955E6E75B}" type="pres">
      <dgm:prSet presAssocID="{D7857D38-D426-422A-A2C8-8BE76E8F1672}" presName="node" presStyleLbl="node1" presStyleIdx="5" presStyleCnt="6">
        <dgm:presLayoutVars>
          <dgm:bulletEnabled val="1"/>
        </dgm:presLayoutVars>
      </dgm:prSet>
      <dgm:spPr/>
    </dgm:pt>
  </dgm:ptLst>
  <dgm:cxnLst>
    <dgm:cxn modelId="{27A75E0E-7BEC-440B-AA4D-FCA6623FD9D2}" type="presOf" srcId="{D7857D38-D426-422A-A2C8-8BE76E8F1672}" destId="{9D74F5EA-5C44-4F72-8988-2C5955E6E75B}" srcOrd="0" destOrd="0" presId="urn:microsoft.com/office/officeart/2005/8/layout/default"/>
    <dgm:cxn modelId="{4E399422-8BF1-41E0-85CC-DB151C22DD8E}" srcId="{E502DBD6-63BE-44F8-81EB-FB6ED521169B}" destId="{D7857D38-D426-422A-A2C8-8BE76E8F1672}" srcOrd="5" destOrd="0" parTransId="{302CD613-F8E0-47DA-BD00-D6AF296BFF7B}" sibTransId="{7D8F4022-3CD2-4CCE-ABE2-4FF79DEB1C8F}"/>
    <dgm:cxn modelId="{6F52AC2D-A35C-49DA-B9DB-665E89A7D539}" srcId="{E502DBD6-63BE-44F8-81EB-FB6ED521169B}" destId="{157E87CA-A132-40AB-9344-6443033B366E}" srcOrd="1" destOrd="0" parTransId="{263541C1-9D41-4BD4-B814-7CF1A4C4E030}" sibTransId="{98F3CABD-F9CA-446F-8B45-511EABC9A8F1}"/>
    <dgm:cxn modelId="{6D092938-55F9-4723-BC17-4A072FDE9DC4}" srcId="{E502DBD6-63BE-44F8-81EB-FB6ED521169B}" destId="{7A585042-0FBC-4E73-BEDE-41E2683321B6}" srcOrd="2" destOrd="0" parTransId="{0F7CF4D4-C562-4FC5-8BBD-AAA8486F07F1}" sibTransId="{A506E52C-589F-444C-9420-62B87189EF32}"/>
    <dgm:cxn modelId="{C13C723C-56D5-4DCF-8201-40969C5B5C73}" type="presOf" srcId="{1F7C2894-1520-44E7-8503-52130C020069}" destId="{70823750-AFE2-4794-B312-AFD9C6BB8F69}" srcOrd="0" destOrd="0" presId="urn:microsoft.com/office/officeart/2005/8/layout/default"/>
    <dgm:cxn modelId="{4B36EF70-9B06-4F4F-9409-6189D394CFEF}" type="presOf" srcId="{30D01C27-7E4A-49AE-B2A1-5D5502697A5A}" destId="{71C26ACC-6822-4731-B111-C9905EACF1D3}" srcOrd="0" destOrd="0" presId="urn:microsoft.com/office/officeart/2005/8/layout/default"/>
    <dgm:cxn modelId="{90CA3E80-DAAC-452B-A17D-B4FF099C79D1}" srcId="{E502DBD6-63BE-44F8-81EB-FB6ED521169B}" destId="{1F7C2894-1520-44E7-8503-52130C020069}" srcOrd="3" destOrd="0" parTransId="{78277198-8DDD-463B-9F75-91B0CA73C583}" sibTransId="{34648C91-4252-494D-8448-4ABB2AE7E67C}"/>
    <dgm:cxn modelId="{D4FD129A-5098-447E-B073-D4E6A8C52198}" type="presOf" srcId="{7A56DC2C-B803-4FDD-90B2-5F470D351752}" destId="{9040AF01-F103-4E87-90FE-5A9060C6ED55}" srcOrd="0" destOrd="0" presId="urn:microsoft.com/office/officeart/2005/8/layout/default"/>
    <dgm:cxn modelId="{F9F547A7-E23F-48A9-87B8-EF9511C5CEE7}" type="presOf" srcId="{E502DBD6-63BE-44F8-81EB-FB6ED521169B}" destId="{EAC53B1E-5CF6-499F-AEFE-6113EF5C6AF6}" srcOrd="0" destOrd="0" presId="urn:microsoft.com/office/officeart/2005/8/layout/default"/>
    <dgm:cxn modelId="{CC4DCAB8-84E7-456B-B824-47B67EDFC99C}" srcId="{E502DBD6-63BE-44F8-81EB-FB6ED521169B}" destId="{30D01C27-7E4A-49AE-B2A1-5D5502697A5A}" srcOrd="4" destOrd="0" parTransId="{3C6AAA82-A146-4E40-9B72-D36571F481AA}" sibTransId="{7753350F-001F-4D05-8CC9-4D5D6498133C}"/>
    <dgm:cxn modelId="{A4491DDD-4E13-4E6E-A072-8C663E61A94C}" srcId="{E502DBD6-63BE-44F8-81EB-FB6ED521169B}" destId="{7A56DC2C-B803-4FDD-90B2-5F470D351752}" srcOrd="0" destOrd="0" parTransId="{338BB348-7061-413F-95F2-3BD45D043F6F}" sibTransId="{7D527F81-976A-47BB-9C12-9DC287C75777}"/>
    <dgm:cxn modelId="{760AA7E9-65D1-4994-8BD0-4E900D083961}" type="presOf" srcId="{7A585042-0FBC-4E73-BEDE-41E2683321B6}" destId="{0114C8F6-F491-4F9E-96B6-9157A97EB08C}" srcOrd="0" destOrd="0" presId="urn:microsoft.com/office/officeart/2005/8/layout/default"/>
    <dgm:cxn modelId="{4F3A42F9-2DD8-499C-B42D-8A93238D5F8D}" type="presOf" srcId="{157E87CA-A132-40AB-9344-6443033B366E}" destId="{B6F3C758-092C-428C-82D4-7A4F6EBFA905}" srcOrd="0" destOrd="0" presId="urn:microsoft.com/office/officeart/2005/8/layout/default"/>
    <dgm:cxn modelId="{F8B7EFE8-D56A-4DD2-863D-E50A576745EC}" type="presParOf" srcId="{EAC53B1E-5CF6-499F-AEFE-6113EF5C6AF6}" destId="{9040AF01-F103-4E87-90FE-5A9060C6ED55}" srcOrd="0" destOrd="0" presId="urn:microsoft.com/office/officeart/2005/8/layout/default"/>
    <dgm:cxn modelId="{4959C511-B211-495C-95E9-1CBBB9925990}" type="presParOf" srcId="{EAC53B1E-5CF6-499F-AEFE-6113EF5C6AF6}" destId="{17D38149-8532-450C-A3B5-E3872E046A1D}" srcOrd="1" destOrd="0" presId="urn:microsoft.com/office/officeart/2005/8/layout/default"/>
    <dgm:cxn modelId="{A57CF0F5-4241-43F0-85C1-AC2B1B115889}" type="presParOf" srcId="{EAC53B1E-5CF6-499F-AEFE-6113EF5C6AF6}" destId="{B6F3C758-092C-428C-82D4-7A4F6EBFA905}" srcOrd="2" destOrd="0" presId="urn:microsoft.com/office/officeart/2005/8/layout/default"/>
    <dgm:cxn modelId="{8A5CC316-EC3D-40D4-AC50-D493D03CD09F}" type="presParOf" srcId="{EAC53B1E-5CF6-499F-AEFE-6113EF5C6AF6}" destId="{C0A10AFD-9904-4B92-BBBB-9066B8241F5C}" srcOrd="3" destOrd="0" presId="urn:microsoft.com/office/officeart/2005/8/layout/default"/>
    <dgm:cxn modelId="{B6CDB019-D4CB-41E8-BA82-3F23A330BA37}" type="presParOf" srcId="{EAC53B1E-5CF6-499F-AEFE-6113EF5C6AF6}" destId="{0114C8F6-F491-4F9E-96B6-9157A97EB08C}" srcOrd="4" destOrd="0" presId="urn:microsoft.com/office/officeart/2005/8/layout/default"/>
    <dgm:cxn modelId="{A50E36B1-C6BD-4DD1-8AC9-F43E7E7D8ED8}" type="presParOf" srcId="{EAC53B1E-5CF6-499F-AEFE-6113EF5C6AF6}" destId="{AC3C789B-54DB-4C54-813A-BC6FA84ACEE2}" srcOrd="5" destOrd="0" presId="urn:microsoft.com/office/officeart/2005/8/layout/default"/>
    <dgm:cxn modelId="{0B7A5E33-FB1C-48E3-A568-81236397852D}" type="presParOf" srcId="{EAC53B1E-5CF6-499F-AEFE-6113EF5C6AF6}" destId="{70823750-AFE2-4794-B312-AFD9C6BB8F69}" srcOrd="6" destOrd="0" presId="urn:microsoft.com/office/officeart/2005/8/layout/default"/>
    <dgm:cxn modelId="{51FBE73E-5A04-4D5A-9750-6D9DF9596E3B}" type="presParOf" srcId="{EAC53B1E-5CF6-499F-AEFE-6113EF5C6AF6}" destId="{204A2E20-4C9D-4FB5-B204-B756E15E4938}" srcOrd="7" destOrd="0" presId="urn:microsoft.com/office/officeart/2005/8/layout/default"/>
    <dgm:cxn modelId="{2E26128B-4189-4854-8299-6897111E7388}" type="presParOf" srcId="{EAC53B1E-5CF6-499F-AEFE-6113EF5C6AF6}" destId="{71C26ACC-6822-4731-B111-C9905EACF1D3}" srcOrd="8" destOrd="0" presId="urn:microsoft.com/office/officeart/2005/8/layout/default"/>
    <dgm:cxn modelId="{308EA4D6-85ED-4A88-AF83-BCF0904BAFCC}" type="presParOf" srcId="{EAC53B1E-5CF6-499F-AEFE-6113EF5C6AF6}" destId="{73B993C5-7FCC-4B3C-BBC9-430C61B57FE9}" srcOrd="9" destOrd="0" presId="urn:microsoft.com/office/officeart/2005/8/layout/default"/>
    <dgm:cxn modelId="{B4FC9278-5876-46D4-BB73-79752C7E686E}" type="presParOf" srcId="{EAC53B1E-5CF6-499F-AEFE-6113EF5C6AF6}" destId="{9D74F5EA-5C44-4F72-8988-2C5955E6E75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DD3A2F-5A5D-47BD-8222-7FD2AC6D552A}" type="doc">
      <dgm:prSet loTypeId="urn:microsoft.com/office/officeart/2005/8/layout/cycle1" loCatId="cycle" qsTypeId="urn:microsoft.com/office/officeart/2005/8/quickstyle/simple1#4" qsCatId="simple" csTypeId="urn:microsoft.com/office/officeart/2005/8/colors/accent1_2#4" csCatId="accent1"/>
      <dgm:spPr/>
      <dgm:t>
        <a:bodyPr/>
        <a:lstStyle/>
        <a:p>
          <a:endParaRPr lang="en-US"/>
        </a:p>
      </dgm:t>
    </dgm:pt>
    <dgm:pt modelId="{BA570CC5-8907-4FF9-A0D9-4BBE9B3DD4D5}">
      <dgm:prSet/>
      <dgm:spPr/>
      <dgm:t>
        <a:bodyPr/>
        <a:lstStyle/>
        <a:p>
          <a:r>
            <a:rPr lang="en-US"/>
            <a:t>▪ 1995: Creado por Brendan Eich</a:t>
          </a:r>
        </a:p>
      </dgm:t>
    </dgm:pt>
    <dgm:pt modelId="{DC297375-8A31-4E6A-940A-36A413E487D1}" type="parTrans" cxnId="{5479AA0F-3E81-4C7E-BCC1-28A6F46E972C}">
      <dgm:prSet/>
      <dgm:spPr/>
      <dgm:t>
        <a:bodyPr/>
        <a:lstStyle/>
        <a:p>
          <a:endParaRPr lang="en-US"/>
        </a:p>
      </dgm:t>
    </dgm:pt>
    <dgm:pt modelId="{4259FBF5-A0E7-4348-9D69-B067F87BEB20}" type="sibTrans" cxnId="{5479AA0F-3E81-4C7E-BCC1-28A6F46E972C}">
      <dgm:prSet/>
      <dgm:spPr/>
      <dgm:t>
        <a:bodyPr/>
        <a:lstStyle/>
        <a:p>
          <a:endParaRPr lang="en-US"/>
        </a:p>
      </dgm:t>
    </dgm:pt>
    <dgm:pt modelId="{2E1D9595-3BDA-4F59-8A9D-B099D46B6DBA}">
      <dgm:prSet/>
      <dgm:spPr/>
      <dgm:t>
        <a:bodyPr/>
        <a:lstStyle/>
        <a:p>
          <a:r>
            <a:rPr lang="en-US"/>
            <a:t>▪ Originalmente llamado 'Mocha'</a:t>
          </a:r>
        </a:p>
      </dgm:t>
    </dgm:pt>
    <dgm:pt modelId="{B85FE560-9BF1-425B-84CB-FEFBEE0018E9}" type="parTrans" cxnId="{346E5914-FB0B-407B-BE90-F159AB5211D9}">
      <dgm:prSet/>
      <dgm:spPr/>
      <dgm:t>
        <a:bodyPr/>
        <a:lstStyle/>
        <a:p>
          <a:endParaRPr lang="en-US"/>
        </a:p>
      </dgm:t>
    </dgm:pt>
    <dgm:pt modelId="{3374C808-B885-447B-B94B-6D2D29FE9C7B}" type="sibTrans" cxnId="{346E5914-FB0B-407B-BE90-F159AB5211D9}">
      <dgm:prSet/>
      <dgm:spPr/>
      <dgm:t>
        <a:bodyPr/>
        <a:lstStyle/>
        <a:p>
          <a:endParaRPr lang="en-US"/>
        </a:p>
      </dgm:t>
    </dgm:pt>
    <dgm:pt modelId="{F3D0047A-44A6-4FBA-B0EF-B54FAFEF7F20}">
      <dgm:prSet/>
      <dgm:spPr/>
      <dgm:t>
        <a:bodyPr/>
        <a:lstStyle/>
        <a:p>
          <a:r>
            <a:rPr lang="en-US"/>
            <a:t>▪ Luego renombrado a 'LiveScript'</a:t>
          </a:r>
        </a:p>
      </dgm:t>
    </dgm:pt>
    <dgm:pt modelId="{D16F500D-0254-4145-96F4-9A4295352A25}" type="parTrans" cxnId="{3D18A296-75E1-466F-959A-013C8FADECC7}">
      <dgm:prSet/>
      <dgm:spPr/>
      <dgm:t>
        <a:bodyPr/>
        <a:lstStyle/>
        <a:p>
          <a:endParaRPr lang="en-US"/>
        </a:p>
      </dgm:t>
    </dgm:pt>
    <dgm:pt modelId="{AC933BE9-BCF6-410D-9AFB-88E3E1CE1125}" type="sibTrans" cxnId="{3D18A296-75E1-466F-959A-013C8FADECC7}">
      <dgm:prSet/>
      <dgm:spPr/>
      <dgm:t>
        <a:bodyPr/>
        <a:lstStyle/>
        <a:p>
          <a:endParaRPr lang="en-US"/>
        </a:p>
      </dgm:t>
    </dgm:pt>
    <dgm:pt modelId="{81E9EC8B-2C44-4FD9-A0D3-F2BEF26BEE5C}">
      <dgm:prSet/>
      <dgm:spPr/>
      <dgm:t>
        <a:bodyPr/>
        <a:lstStyle/>
        <a:p>
          <a:r>
            <a:rPr lang="en-US"/>
            <a:t>▪ Finalmente 'JavaScript'</a:t>
          </a:r>
        </a:p>
      </dgm:t>
    </dgm:pt>
    <dgm:pt modelId="{EE0BC12F-6367-4DA0-A2AF-3C5686B9C8FC}" type="parTrans" cxnId="{77BFDCE0-6D9A-439A-806F-DB0E6CC2E484}">
      <dgm:prSet/>
      <dgm:spPr/>
      <dgm:t>
        <a:bodyPr/>
        <a:lstStyle/>
        <a:p>
          <a:endParaRPr lang="en-US"/>
        </a:p>
      </dgm:t>
    </dgm:pt>
    <dgm:pt modelId="{89B2A954-D205-4413-8EAA-E02511CF6BEA}" type="sibTrans" cxnId="{77BFDCE0-6D9A-439A-806F-DB0E6CC2E484}">
      <dgm:prSet/>
      <dgm:spPr/>
      <dgm:t>
        <a:bodyPr/>
        <a:lstStyle/>
        <a:p>
          <a:endParaRPr lang="en-US"/>
        </a:p>
      </dgm:t>
    </dgm:pt>
    <dgm:pt modelId="{0E5EDFC9-8F49-41DF-A315-0A7B2FDBE9D1}">
      <dgm:prSet/>
      <dgm:spPr/>
      <dgm:t>
        <a:bodyPr/>
        <a:lstStyle/>
        <a:p>
          <a:r>
            <a:rPr lang="en-US"/>
            <a:t>▪ Primera versión en Netscape Navigator</a:t>
          </a:r>
        </a:p>
      </dgm:t>
    </dgm:pt>
    <dgm:pt modelId="{C70D2EE5-496A-432B-AEC1-F362723CC19A}" type="parTrans" cxnId="{651D6ACD-9697-4573-8DFF-AFEA164FC1F8}">
      <dgm:prSet/>
      <dgm:spPr/>
      <dgm:t>
        <a:bodyPr/>
        <a:lstStyle/>
        <a:p>
          <a:endParaRPr lang="en-US"/>
        </a:p>
      </dgm:t>
    </dgm:pt>
    <dgm:pt modelId="{3A07894C-7AAD-48A0-A139-FC8D4E32CF86}" type="sibTrans" cxnId="{651D6ACD-9697-4573-8DFF-AFEA164FC1F8}">
      <dgm:prSet/>
      <dgm:spPr/>
      <dgm:t>
        <a:bodyPr/>
        <a:lstStyle/>
        <a:p>
          <a:endParaRPr lang="en-US"/>
        </a:p>
      </dgm:t>
    </dgm:pt>
    <dgm:pt modelId="{08EAF04D-66C0-4D05-8219-10BE5FA55DBB}" type="pres">
      <dgm:prSet presAssocID="{D3DD3A2F-5A5D-47BD-8222-7FD2AC6D552A}" presName="cycle" presStyleCnt="0">
        <dgm:presLayoutVars>
          <dgm:dir/>
          <dgm:resizeHandles val="exact"/>
        </dgm:presLayoutVars>
      </dgm:prSet>
      <dgm:spPr/>
    </dgm:pt>
    <dgm:pt modelId="{ACAAFDB3-2324-410D-86B9-1E5353077B15}" type="pres">
      <dgm:prSet presAssocID="{BA570CC5-8907-4FF9-A0D9-4BBE9B3DD4D5}" presName="dummy" presStyleCnt="0"/>
      <dgm:spPr/>
    </dgm:pt>
    <dgm:pt modelId="{E79648C7-4F37-437F-930A-E7EE5B295BBA}" type="pres">
      <dgm:prSet presAssocID="{BA570CC5-8907-4FF9-A0D9-4BBE9B3DD4D5}" presName="node" presStyleLbl="revTx" presStyleIdx="0" presStyleCnt="5">
        <dgm:presLayoutVars>
          <dgm:bulletEnabled val="1"/>
        </dgm:presLayoutVars>
      </dgm:prSet>
      <dgm:spPr/>
    </dgm:pt>
    <dgm:pt modelId="{55634499-F2DF-4129-B701-18E6675C11AC}" type="pres">
      <dgm:prSet presAssocID="{4259FBF5-A0E7-4348-9D69-B067F87BEB20}" presName="sibTrans" presStyleLbl="node1" presStyleIdx="0" presStyleCnt="5"/>
      <dgm:spPr/>
    </dgm:pt>
    <dgm:pt modelId="{0A792C54-EE61-4490-BD58-C7C53B2EBEDF}" type="pres">
      <dgm:prSet presAssocID="{2E1D9595-3BDA-4F59-8A9D-B099D46B6DBA}" presName="dummy" presStyleCnt="0"/>
      <dgm:spPr/>
    </dgm:pt>
    <dgm:pt modelId="{84C2602E-17AE-430A-931F-931F122BE7F9}" type="pres">
      <dgm:prSet presAssocID="{2E1D9595-3BDA-4F59-8A9D-B099D46B6DBA}" presName="node" presStyleLbl="revTx" presStyleIdx="1" presStyleCnt="5">
        <dgm:presLayoutVars>
          <dgm:bulletEnabled val="1"/>
        </dgm:presLayoutVars>
      </dgm:prSet>
      <dgm:spPr/>
    </dgm:pt>
    <dgm:pt modelId="{1B75B993-4E8A-44DC-8529-C5AEAECBD5F3}" type="pres">
      <dgm:prSet presAssocID="{3374C808-B885-447B-B94B-6D2D29FE9C7B}" presName="sibTrans" presStyleLbl="node1" presStyleIdx="1" presStyleCnt="5"/>
      <dgm:spPr/>
    </dgm:pt>
    <dgm:pt modelId="{31003588-3158-4CD0-809B-D4A1E8E90F62}" type="pres">
      <dgm:prSet presAssocID="{F3D0047A-44A6-4FBA-B0EF-B54FAFEF7F20}" presName="dummy" presStyleCnt="0"/>
      <dgm:spPr/>
    </dgm:pt>
    <dgm:pt modelId="{0D6402CE-3341-486A-AC5A-EF045F051962}" type="pres">
      <dgm:prSet presAssocID="{F3D0047A-44A6-4FBA-B0EF-B54FAFEF7F20}" presName="node" presStyleLbl="revTx" presStyleIdx="2" presStyleCnt="5">
        <dgm:presLayoutVars>
          <dgm:bulletEnabled val="1"/>
        </dgm:presLayoutVars>
      </dgm:prSet>
      <dgm:spPr/>
    </dgm:pt>
    <dgm:pt modelId="{E8B639B7-ABA9-4A0F-9A53-5CACBAD7AB20}" type="pres">
      <dgm:prSet presAssocID="{AC933BE9-BCF6-410D-9AFB-88E3E1CE1125}" presName="sibTrans" presStyleLbl="node1" presStyleIdx="2" presStyleCnt="5"/>
      <dgm:spPr/>
    </dgm:pt>
    <dgm:pt modelId="{FD5F893A-27F3-4F96-833E-EAC8FD20C7DB}" type="pres">
      <dgm:prSet presAssocID="{81E9EC8B-2C44-4FD9-A0D3-F2BEF26BEE5C}" presName="dummy" presStyleCnt="0"/>
      <dgm:spPr/>
    </dgm:pt>
    <dgm:pt modelId="{5B8F2FE4-4F42-48B1-9E4B-7A0E3066ECCA}" type="pres">
      <dgm:prSet presAssocID="{81E9EC8B-2C44-4FD9-A0D3-F2BEF26BEE5C}" presName="node" presStyleLbl="revTx" presStyleIdx="3" presStyleCnt="5">
        <dgm:presLayoutVars>
          <dgm:bulletEnabled val="1"/>
        </dgm:presLayoutVars>
      </dgm:prSet>
      <dgm:spPr/>
    </dgm:pt>
    <dgm:pt modelId="{D96FA120-34BE-466E-877D-72C293B7AFC7}" type="pres">
      <dgm:prSet presAssocID="{89B2A954-D205-4413-8EAA-E02511CF6BEA}" presName="sibTrans" presStyleLbl="node1" presStyleIdx="3" presStyleCnt="5"/>
      <dgm:spPr/>
    </dgm:pt>
    <dgm:pt modelId="{6C60146B-7596-4F12-89B4-42880F78D895}" type="pres">
      <dgm:prSet presAssocID="{0E5EDFC9-8F49-41DF-A315-0A7B2FDBE9D1}" presName="dummy" presStyleCnt="0"/>
      <dgm:spPr/>
    </dgm:pt>
    <dgm:pt modelId="{B59ECD5B-0835-439F-9ED0-61899C0F83D9}" type="pres">
      <dgm:prSet presAssocID="{0E5EDFC9-8F49-41DF-A315-0A7B2FDBE9D1}" presName="node" presStyleLbl="revTx" presStyleIdx="4" presStyleCnt="5">
        <dgm:presLayoutVars>
          <dgm:bulletEnabled val="1"/>
        </dgm:presLayoutVars>
      </dgm:prSet>
      <dgm:spPr/>
    </dgm:pt>
    <dgm:pt modelId="{061FB0CD-2DAC-433B-A613-4FC9C24ABCDB}" type="pres">
      <dgm:prSet presAssocID="{3A07894C-7AAD-48A0-A139-FC8D4E32CF86}" presName="sibTrans" presStyleLbl="node1" presStyleIdx="4" presStyleCnt="5"/>
      <dgm:spPr/>
    </dgm:pt>
  </dgm:ptLst>
  <dgm:cxnLst>
    <dgm:cxn modelId="{9909380A-0CE5-4B0A-B74B-6B923A9FA61F}" type="presOf" srcId="{3A07894C-7AAD-48A0-A139-FC8D4E32CF86}" destId="{061FB0CD-2DAC-433B-A613-4FC9C24ABCDB}" srcOrd="0" destOrd="0" presId="urn:microsoft.com/office/officeart/2005/8/layout/cycle1"/>
    <dgm:cxn modelId="{976E910B-DE73-4BDB-97AC-2A1EAA63938A}" type="presOf" srcId="{2E1D9595-3BDA-4F59-8A9D-B099D46B6DBA}" destId="{84C2602E-17AE-430A-931F-931F122BE7F9}" srcOrd="0" destOrd="0" presId="urn:microsoft.com/office/officeart/2005/8/layout/cycle1"/>
    <dgm:cxn modelId="{5479AA0F-3E81-4C7E-BCC1-28A6F46E972C}" srcId="{D3DD3A2F-5A5D-47BD-8222-7FD2AC6D552A}" destId="{BA570CC5-8907-4FF9-A0D9-4BBE9B3DD4D5}" srcOrd="0" destOrd="0" parTransId="{DC297375-8A31-4E6A-940A-36A413E487D1}" sibTransId="{4259FBF5-A0E7-4348-9D69-B067F87BEB20}"/>
    <dgm:cxn modelId="{346E5914-FB0B-407B-BE90-F159AB5211D9}" srcId="{D3DD3A2F-5A5D-47BD-8222-7FD2AC6D552A}" destId="{2E1D9595-3BDA-4F59-8A9D-B099D46B6DBA}" srcOrd="1" destOrd="0" parTransId="{B85FE560-9BF1-425B-84CB-FEFBEE0018E9}" sibTransId="{3374C808-B885-447B-B94B-6D2D29FE9C7B}"/>
    <dgm:cxn modelId="{D24EC825-15AD-42C1-94E2-14B9F1B47516}" type="presOf" srcId="{AC933BE9-BCF6-410D-9AFB-88E3E1CE1125}" destId="{E8B639B7-ABA9-4A0F-9A53-5CACBAD7AB20}" srcOrd="0" destOrd="0" presId="urn:microsoft.com/office/officeart/2005/8/layout/cycle1"/>
    <dgm:cxn modelId="{F9E36030-7B3F-4459-A777-A7158870AF13}" type="presOf" srcId="{F3D0047A-44A6-4FBA-B0EF-B54FAFEF7F20}" destId="{0D6402CE-3341-486A-AC5A-EF045F051962}" srcOrd="0" destOrd="0" presId="urn:microsoft.com/office/officeart/2005/8/layout/cycle1"/>
    <dgm:cxn modelId="{E4581E3A-E0D1-4F07-9081-3C0BA6838334}" type="presOf" srcId="{3374C808-B885-447B-B94B-6D2D29FE9C7B}" destId="{1B75B993-4E8A-44DC-8529-C5AEAECBD5F3}" srcOrd="0" destOrd="0" presId="urn:microsoft.com/office/officeart/2005/8/layout/cycle1"/>
    <dgm:cxn modelId="{2D113177-1C8A-45BF-9AD8-DD7F68647738}" type="presOf" srcId="{BA570CC5-8907-4FF9-A0D9-4BBE9B3DD4D5}" destId="{E79648C7-4F37-437F-930A-E7EE5B295BBA}" srcOrd="0" destOrd="0" presId="urn:microsoft.com/office/officeart/2005/8/layout/cycle1"/>
    <dgm:cxn modelId="{AB759D7E-62E6-4544-A00A-9CCC1FEB1D0C}" type="presOf" srcId="{D3DD3A2F-5A5D-47BD-8222-7FD2AC6D552A}" destId="{08EAF04D-66C0-4D05-8219-10BE5FA55DBB}" srcOrd="0" destOrd="0" presId="urn:microsoft.com/office/officeart/2005/8/layout/cycle1"/>
    <dgm:cxn modelId="{B597CB91-04FC-4395-83FA-DE9B7A387319}" type="presOf" srcId="{81E9EC8B-2C44-4FD9-A0D3-F2BEF26BEE5C}" destId="{5B8F2FE4-4F42-48B1-9E4B-7A0E3066ECCA}" srcOrd="0" destOrd="0" presId="urn:microsoft.com/office/officeart/2005/8/layout/cycle1"/>
    <dgm:cxn modelId="{94033693-B805-4300-B761-CDEA27C75BAE}" type="presOf" srcId="{0E5EDFC9-8F49-41DF-A315-0A7B2FDBE9D1}" destId="{B59ECD5B-0835-439F-9ED0-61899C0F83D9}" srcOrd="0" destOrd="0" presId="urn:microsoft.com/office/officeart/2005/8/layout/cycle1"/>
    <dgm:cxn modelId="{3D18A296-75E1-466F-959A-013C8FADECC7}" srcId="{D3DD3A2F-5A5D-47BD-8222-7FD2AC6D552A}" destId="{F3D0047A-44A6-4FBA-B0EF-B54FAFEF7F20}" srcOrd="2" destOrd="0" parTransId="{D16F500D-0254-4145-96F4-9A4295352A25}" sibTransId="{AC933BE9-BCF6-410D-9AFB-88E3E1CE1125}"/>
    <dgm:cxn modelId="{C15DE196-E47A-44D1-BF79-B38E93CB1446}" type="presOf" srcId="{4259FBF5-A0E7-4348-9D69-B067F87BEB20}" destId="{55634499-F2DF-4129-B701-18E6675C11AC}" srcOrd="0" destOrd="0" presId="urn:microsoft.com/office/officeart/2005/8/layout/cycle1"/>
    <dgm:cxn modelId="{651D6ACD-9697-4573-8DFF-AFEA164FC1F8}" srcId="{D3DD3A2F-5A5D-47BD-8222-7FD2AC6D552A}" destId="{0E5EDFC9-8F49-41DF-A315-0A7B2FDBE9D1}" srcOrd="4" destOrd="0" parTransId="{C70D2EE5-496A-432B-AEC1-F362723CC19A}" sibTransId="{3A07894C-7AAD-48A0-A139-FC8D4E32CF86}"/>
    <dgm:cxn modelId="{77BFDCE0-6D9A-439A-806F-DB0E6CC2E484}" srcId="{D3DD3A2F-5A5D-47BD-8222-7FD2AC6D552A}" destId="{81E9EC8B-2C44-4FD9-A0D3-F2BEF26BEE5C}" srcOrd="3" destOrd="0" parTransId="{EE0BC12F-6367-4DA0-A2AF-3C5686B9C8FC}" sibTransId="{89B2A954-D205-4413-8EAA-E02511CF6BEA}"/>
    <dgm:cxn modelId="{F9CABAF1-EF2A-44FE-868C-3BBF9AB9CC4D}" type="presOf" srcId="{89B2A954-D205-4413-8EAA-E02511CF6BEA}" destId="{D96FA120-34BE-466E-877D-72C293B7AFC7}" srcOrd="0" destOrd="0" presId="urn:microsoft.com/office/officeart/2005/8/layout/cycle1"/>
    <dgm:cxn modelId="{5F83BB73-206D-456A-AF22-0D768B6B4CB8}" type="presParOf" srcId="{08EAF04D-66C0-4D05-8219-10BE5FA55DBB}" destId="{ACAAFDB3-2324-410D-86B9-1E5353077B15}" srcOrd="0" destOrd="0" presId="urn:microsoft.com/office/officeart/2005/8/layout/cycle1"/>
    <dgm:cxn modelId="{51752BF5-F987-4EFC-97C1-9CA521B67852}" type="presParOf" srcId="{08EAF04D-66C0-4D05-8219-10BE5FA55DBB}" destId="{E79648C7-4F37-437F-930A-E7EE5B295BBA}" srcOrd="1" destOrd="0" presId="urn:microsoft.com/office/officeart/2005/8/layout/cycle1"/>
    <dgm:cxn modelId="{3876DDEA-398F-4184-B0BC-D4A44EEF94C6}" type="presParOf" srcId="{08EAF04D-66C0-4D05-8219-10BE5FA55DBB}" destId="{55634499-F2DF-4129-B701-18E6675C11AC}" srcOrd="2" destOrd="0" presId="urn:microsoft.com/office/officeart/2005/8/layout/cycle1"/>
    <dgm:cxn modelId="{93870FFF-5F9B-4929-9125-A9653E50A2A5}" type="presParOf" srcId="{08EAF04D-66C0-4D05-8219-10BE5FA55DBB}" destId="{0A792C54-EE61-4490-BD58-C7C53B2EBEDF}" srcOrd="3" destOrd="0" presId="urn:microsoft.com/office/officeart/2005/8/layout/cycle1"/>
    <dgm:cxn modelId="{4F2F5474-8A81-4762-A7CD-E65E5FC96B0E}" type="presParOf" srcId="{08EAF04D-66C0-4D05-8219-10BE5FA55DBB}" destId="{84C2602E-17AE-430A-931F-931F122BE7F9}" srcOrd="4" destOrd="0" presId="urn:microsoft.com/office/officeart/2005/8/layout/cycle1"/>
    <dgm:cxn modelId="{8E00A1A2-04E2-4CEC-8C6D-B3CB05B273A4}" type="presParOf" srcId="{08EAF04D-66C0-4D05-8219-10BE5FA55DBB}" destId="{1B75B993-4E8A-44DC-8529-C5AEAECBD5F3}" srcOrd="5" destOrd="0" presId="urn:microsoft.com/office/officeart/2005/8/layout/cycle1"/>
    <dgm:cxn modelId="{B37224AF-2B09-47E6-8599-5CF0037986F4}" type="presParOf" srcId="{08EAF04D-66C0-4D05-8219-10BE5FA55DBB}" destId="{31003588-3158-4CD0-809B-D4A1E8E90F62}" srcOrd="6" destOrd="0" presId="urn:microsoft.com/office/officeart/2005/8/layout/cycle1"/>
    <dgm:cxn modelId="{992ECCF3-4A6C-4B32-AD8D-355BB50E4F7F}" type="presParOf" srcId="{08EAF04D-66C0-4D05-8219-10BE5FA55DBB}" destId="{0D6402CE-3341-486A-AC5A-EF045F051962}" srcOrd="7" destOrd="0" presId="urn:microsoft.com/office/officeart/2005/8/layout/cycle1"/>
    <dgm:cxn modelId="{FF024372-8D47-457B-BBCC-9A864E3B0C54}" type="presParOf" srcId="{08EAF04D-66C0-4D05-8219-10BE5FA55DBB}" destId="{E8B639B7-ABA9-4A0F-9A53-5CACBAD7AB20}" srcOrd="8" destOrd="0" presId="urn:microsoft.com/office/officeart/2005/8/layout/cycle1"/>
    <dgm:cxn modelId="{A0B0A985-1C60-4BA1-B139-3514A42033C5}" type="presParOf" srcId="{08EAF04D-66C0-4D05-8219-10BE5FA55DBB}" destId="{FD5F893A-27F3-4F96-833E-EAC8FD20C7DB}" srcOrd="9" destOrd="0" presId="urn:microsoft.com/office/officeart/2005/8/layout/cycle1"/>
    <dgm:cxn modelId="{A401CA3E-8109-456C-93F6-887F2A8DFC57}" type="presParOf" srcId="{08EAF04D-66C0-4D05-8219-10BE5FA55DBB}" destId="{5B8F2FE4-4F42-48B1-9E4B-7A0E3066ECCA}" srcOrd="10" destOrd="0" presId="urn:microsoft.com/office/officeart/2005/8/layout/cycle1"/>
    <dgm:cxn modelId="{2E2A518D-AF06-40C6-9886-00D07FF120BE}" type="presParOf" srcId="{08EAF04D-66C0-4D05-8219-10BE5FA55DBB}" destId="{D96FA120-34BE-466E-877D-72C293B7AFC7}" srcOrd="11" destOrd="0" presId="urn:microsoft.com/office/officeart/2005/8/layout/cycle1"/>
    <dgm:cxn modelId="{EBA903E6-C446-4494-831A-9345FFDF4E5E}" type="presParOf" srcId="{08EAF04D-66C0-4D05-8219-10BE5FA55DBB}" destId="{6C60146B-7596-4F12-89B4-42880F78D895}" srcOrd="12" destOrd="0" presId="urn:microsoft.com/office/officeart/2005/8/layout/cycle1"/>
    <dgm:cxn modelId="{D31CDFB7-02B0-4C2D-B6EC-7CBFF4273162}" type="presParOf" srcId="{08EAF04D-66C0-4D05-8219-10BE5FA55DBB}" destId="{B59ECD5B-0835-439F-9ED0-61899C0F83D9}" srcOrd="13" destOrd="0" presId="urn:microsoft.com/office/officeart/2005/8/layout/cycle1"/>
    <dgm:cxn modelId="{02D6D4C4-9C93-4AA8-A00B-34B96478A909}" type="presParOf" srcId="{08EAF04D-66C0-4D05-8219-10BE5FA55DBB}" destId="{061FB0CD-2DAC-433B-A613-4FC9C24ABCDB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F6CB6F-B032-46A7-8805-A30965A10DA0}" type="doc">
      <dgm:prSet loTypeId="urn:microsoft.com/office/officeart/2018/2/layout/IconCircle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65BDCF74-5D69-47B2-8AC2-3D5BCDABB5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ES5 (2009): Mejora de rendimiento y características</a:t>
          </a:r>
        </a:p>
      </dgm:t>
    </dgm:pt>
    <dgm:pt modelId="{E604383A-95A3-405F-A6CB-98925D3EA4F4}" type="parTrans" cxnId="{93E1456A-8554-4329-BB65-2D59BAB05FC6}">
      <dgm:prSet/>
      <dgm:spPr/>
      <dgm:t>
        <a:bodyPr/>
        <a:lstStyle/>
        <a:p>
          <a:endParaRPr lang="en-US"/>
        </a:p>
      </dgm:t>
    </dgm:pt>
    <dgm:pt modelId="{C64434D4-5435-444A-AC57-3E5B7CFD81EC}" type="sibTrans" cxnId="{93E1456A-8554-4329-BB65-2D59BAB05F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95540C-B74E-4406-8F9E-6BE04CC57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ES6/ES2015 (2015): Gran revolución - clases, arrow functions, promesas</a:t>
          </a:r>
        </a:p>
      </dgm:t>
    </dgm:pt>
    <dgm:pt modelId="{5E83886C-87EA-48BC-AD4B-6B24B31EA941}" type="parTrans" cxnId="{DDD9E034-8285-4B26-8CA7-C321CA0C489E}">
      <dgm:prSet/>
      <dgm:spPr/>
      <dgm:t>
        <a:bodyPr/>
        <a:lstStyle/>
        <a:p>
          <a:endParaRPr lang="en-US"/>
        </a:p>
      </dgm:t>
    </dgm:pt>
    <dgm:pt modelId="{397DB0B4-36AE-4745-9791-F578C7365D7D}" type="sibTrans" cxnId="{DDD9E034-8285-4B26-8CA7-C321CA0C48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A67004F-F971-4021-AF8C-BB88EE3A2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Actualizaciones anuales desde 2016 con mejoras incrementales</a:t>
          </a:r>
        </a:p>
      </dgm:t>
    </dgm:pt>
    <dgm:pt modelId="{90A905D1-4281-4B09-9E96-F8F06E7A5BE0}" type="parTrans" cxnId="{925FC50F-C0AB-4C4F-9700-1E19012D6971}">
      <dgm:prSet/>
      <dgm:spPr/>
      <dgm:t>
        <a:bodyPr/>
        <a:lstStyle/>
        <a:p>
          <a:endParaRPr lang="en-US"/>
        </a:p>
      </dgm:t>
    </dgm:pt>
    <dgm:pt modelId="{7B74C2C3-B89A-44D2-8BC9-33D58FF5CF7C}" type="sibTrans" cxnId="{925FC50F-C0AB-4C4F-9700-1E19012D697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481ACC-1A1B-40BB-BE60-BDFEB269D0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Hoy: ES15 (2024) con características modernas y poderosas</a:t>
          </a:r>
        </a:p>
      </dgm:t>
    </dgm:pt>
    <dgm:pt modelId="{538F5F7A-61BA-4E2C-A69A-D1B5DE299938}" type="parTrans" cxnId="{C554EF9E-BF79-4FB4-8C74-35D65E7872A5}">
      <dgm:prSet/>
      <dgm:spPr/>
      <dgm:t>
        <a:bodyPr/>
        <a:lstStyle/>
        <a:p>
          <a:endParaRPr lang="en-US"/>
        </a:p>
      </dgm:t>
    </dgm:pt>
    <dgm:pt modelId="{8B10E73D-5505-4F95-9CFA-4EFED4DB458C}" type="sibTrans" cxnId="{C554EF9E-BF79-4FB4-8C74-35D65E7872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F8769F-97F5-4EBF-B97B-EAC9100935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Comunidad activa: Millones de desarrolladores contribuyen</a:t>
          </a:r>
        </a:p>
      </dgm:t>
    </dgm:pt>
    <dgm:pt modelId="{C691C261-B6D1-465C-9720-A91B2642C0BC}" type="parTrans" cxnId="{EEFCECBD-4ECC-400E-9061-35B1300C79A1}">
      <dgm:prSet/>
      <dgm:spPr/>
      <dgm:t>
        <a:bodyPr/>
        <a:lstStyle/>
        <a:p>
          <a:endParaRPr lang="en-US"/>
        </a:p>
      </dgm:t>
    </dgm:pt>
    <dgm:pt modelId="{7E2236D7-7444-4799-85CB-067169229815}" type="sibTrans" cxnId="{EEFCECBD-4ECC-400E-9061-35B1300C79A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98C9AB-0A20-433F-810C-BF5A94D0A3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Ecosistema enorme: Librerías como React, Vue, Angular, etc.</a:t>
          </a:r>
        </a:p>
      </dgm:t>
    </dgm:pt>
    <dgm:pt modelId="{401AD929-DC2F-455F-972A-1252BDAFFAF2}" type="parTrans" cxnId="{808D29EE-5232-4347-8AD4-D1001726744E}">
      <dgm:prSet/>
      <dgm:spPr/>
      <dgm:t>
        <a:bodyPr/>
        <a:lstStyle/>
        <a:p>
          <a:endParaRPr lang="en-US"/>
        </a:p>
      </dgm:t>
    </dgm:pt>
    <dgm:pt modelId="{10DA0670-C0AC-4B8D-A01E-36F402861632}" type="sibTrans" cxnId="{808D29EE-5232-4347-8AD4-D1001726744E}">
      <dgm:prSet/>
      <dgm:spPr/>
      <dgm:t>
        <a:bodyPr/>
        <a:lstStyle/>
        <a:p>
          <a:endParaRPr lang="en-US"/>
        </a:p>
      </dgm:t>
    </dgm:pt>
    <dgm:pt modelId="{4F8A2424-46E7-421B-8BBD-4734D9E8A586}" type="pres">
      <dgm:prSet presAssocID="{F8F6CB6F-B032-46A7-8805-A30965A10DA0}" presName="root" presStyleCnt="0">
        <dgm:presLayoutVars>
          <dgm:dir/>
          <dgm:resizeHandles val="exact"/>
        </dgm:presLayoutVars>
      </dgm:prSet>
      <dgm:spPr/>
    </dgm:pt>
    <dgm:pt modelId="{32DD6F4B-0DFD-4B21-9F68-E51044E302ED}" type="pres">
      <dgm:prSet presAssocID="{F8F6CB6F-B032-46A7-8805-A30965A10DA0}" presName="container" presStyleCnt="0">
        <dgm:presLayoutVars>
          <dgm:dir/>
          <dgm:resizeHandles val="exact"/>
        </dgm:presLayoutVars>
      </dgm:prSet>
      <dgm:spPr/>
    </dgm:pt>
    <dgm:pt modelId="{B0CB9E1A-B413-41E2-BFA9-0BC4F2E8C1CE}" type="pres">
      <dgm:prSet presAssocID="{65BDCF74-5D69-47B2-8AC2-3D5BCDABB585}" presName="compNode" presStyleCnt="0"/>
      <dgm:spPr/>
    </dgm:pt>
    <dgm:pt modelId="{9D47B3E1-E555-4BCF-A56E-BEAAB551825E}" type="pres">
      <dgm:prSet presAssocID="{65BDCF74-5D69-47B2-8AC2-3D5BCDABB585}" presName="iconBgRect" presStyleLbl="bgShp" presStyleIdx="0" presStyleCnt="6"/>
      <dgm:spPr/>
    </dgm:pt>
    <dgm:pt modelId="{FF7027AA-E22D-4541-8293-28607858AC54}" type="pres">
      <dgm:prSet presAssocID="{65BDCF74-5D69-47B2-8AC2-3D5BCDABB58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373C958F-5C68-49D9-9B35-B4B0AC865525}" type="pres">
      <dgm:prSet presAssocID="{65BDCF74-5D69-47B2-8AC2-3D5BCDABB585}" presName="spaceRect" presStyleCnt="0"/>
      <dgm:spPr/>
    </dgm:pt>
    <dgm:pt modelId="{64FCD81F-0BE5-4637-B29C-FFC56EC27DAF}" type="pres">
      <dgm:prSet presAssocID="{65BDCF74-5D69-47B2-8AC2-3D5BCDABB585}" presName="textRect" presStyleLbl="revTx" presStyleIdx="0" presStyleCnt="6">
        <dgm:presLayoutVars>
          <dgm:chMax val="1"/>
          <dgm:chPref val="1"/>
        </dgm:presLayoutVars>
      </dgm:prSet>
      <dgm:spPr/>
    </dgm:pt>
    <dgm:pt modelId="{783708C0-A968-4BF3-BFE8-596EE468B731}" type="pres">
      <dgm:prSet presAssocID="{C64434D4-5435-444A-AC57-3E5B7CFD81EC}" presName="sibTrans" presStyleLbl="sibTrans2D1" presStyleIdx="0" presStyleCnt="0"/>
      <dgm:spPr/>
    </dgm:pt>
    <dgm:pt modelId="{C7631FF6-9D6A-48FC-99DC-CD2EBBDB077A}" type="pres">
      <dgm:prSet presAssocID="{D795540C-B74E-4406-8F9E-6BE04CC5731A}" presName="compNode" presStyleCnt="0"/>
      <dgm:spPr/>
    </dgm:pt>
    <dgm:pt modelId="{76856932-966D-4F4F-818D-4F2D7231315E}" type="pres">
      <dgm:prSet presAssocID="{D795540C-B74E-4406-8F9E-6BE04CC5731A}" presName="iconBgRect" presStyleLbl="bgShp" presStyleIdx="1" presStyleCnt="6"/>
      <dgm:spPr/>
    </dgm:pt>
    <dgm:pt modelId="{06EEC6CC-082C-4F22-A110-0EC70525D967}" type="pres">
      <dgm:prSet presAssocID="{D795540C-B74E-4406-8F9E-6BE04CC5731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ndis"/>
        </a:ext>
      </dgm:extLst>
    </dgm:pt>
    <dgm:pt modelId="{CFCCF392-0738-4C88-8454-45F86737BED6}" type="pres">
      <dgm:prSet presAssocID="{D795540C-B74E-4406-8F9E-6BE04CC5731A}" presName="spaceRect" presStyleCnt="0"/>
      <dgm:spPr/>
    </dgm:pt>
    <dgm:pt modelId="{3F09A746-8763-4198-A2ED-2DF6740C8C88}" type="pres">
      <dgm:prSet presAssocID="{D795540C-B74E-4406-8F9E-6BE04CC5731A}" presName="textRect" presStyleLbl="revTx" presStyleIdx="1" presStyleCnt="6">
        <dgm:presLayoutVars>
          <dgm:chMax val="1"/>
          <dgm:chPref val="1"/>
        </dgm:presLayoutVars>
      </dgm:prSet>
      <dgm:spPr/>
    </dgm:pt>
    <dgm:pt modelId="{C723BD91-13FA-4C22-98E6-38107E1E7AF0}" type="pres">
      <dgm:prSet presAssocID="{397DB0B4-36AE-4745-9791-F578C7365D7D}" presName="sibTrans" presStyleLbl="sibTrans2D1" presStyleIdx="0" presStyleCnt="0"/>
      <dgm:spPr/>
    </dgm:pt>
    <dgm:pt modelId="{3175A881-AEA4-4E47-B008-D3586037FC3B}" type="pres">
      <dgm:prSet presAssocID="{8A67004F-F971-4021-AF8C-BB88EE3A2A4F}" presName="compNode" presStyleCnt="0"/>
      <dgm:spPr/>
    </dgm:pt>
    <dgm:pt modelId="{9DC6BDB9-6B2E-4376-B07E-D1FCFD6437F7}" type="pres">
      <dgm:prSet presAssocID="{8A67004F-F971-4021-AF8C-BB88EE3A2A4F}" presName="iconBgRect" presStyleLbl="bgShp" presStyleIdx="2" presStyleCnt="6"/>
      <dgm:spPr/>
    </dgm:pt>
    <dgm:pt modelId="{898256E0-E200-4B26-91EB-1C93A6053465}" type="pres">
      <dgm:prSet presAssocID="{8A67004F-F971-4021-AF8C-BB88EE3A2A4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D13D31B-66DB-484A-A837-750E286F17DB}" type="pres">
      <dgm:prSet presAssocID="{8A67004F-F971-4021-AF8C-BB88EE3A2A4F}" presName="spaceRect" presStyleCnt="0"/>
      <dgm:spPr/>
    </dgm:pt>
    <dgm:pt modelId="{2022197A-86FF-4196-966C-656F34A4EA03}" type="pres">
      <dgm:prSet presAssocID="{8A67004F-F971-4021-AF8C-BB88EE3A2A4F}" presName="textRect" presStyleLbl="revTx" presStyleIdx="2" presStyleCnt="6">
        <dgm:presLayoutVars>
          <dgm:chMax val="1"/>
          <dgm:chPref val="1"/>
        </dgm:presLayoutVars>
      </dgm:prSet>
      <dgm:spPr/>
    </dgm:pt>
    <dgm:pt modelId="{9FDEF897-9DE9-45BC-B411-39745042B99D}" type="pres">
      <dgm:prSet presAssocID="{7B74C2C3-B89A-44D2-8BC9-33D58FF5CF7C}" presName="sibTrans" presStyleLbl="sibTrans2D1" presStyleIdx="0" presStyleCnt="0"/>
      <dgm:spPr/>
    </dgm:pt>
    <dgm:pt modelId="{9F3578AB-1375-4237-ABAF-2233B0ECEC44}" type="pres">
      <dgm:prSet presAssocID="{86481ACC-1A1B-40BB-BE60-BDFEB269D0B6}" presName="compNode" presStyleCnt="0"/>
      <dgm:spPr/>
    </dgm:pt>
    <dgm:pt modelId="{B30A6066-2349-4B64-9B61-ED024BE6D8FA}" type="pres">
      <dgm:prSet presAssocID="{86481ACC-1A1B-40BB-BE60-BDFEB269D0B6}" presName="iconBgRect" presStyleLbl="bgShp" presStyleIdx="3" presStyleCnt="6"/>
      <dgm:spPr/>
    </dgm:pt>
    <dgm:pt modelId="{F598A3C3-BAA3-4309-8D21-8DB2EAEC62F6}" type="pres">
      <dgm:prSet presAssocID="{86481ACC-1A1B-40BB-BE60-BDFEB269D0B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uegos artificiales"/>
        </a:ext>
      </dgm:extLst>
    </dgm:pt>
    <dgm:pt modelId="{868A842A-0DE1-4CD9-A8AB-501C874DA9EC}" type="pres">
      <dgm:prSet presAssocID="{86481ACC-1A1B-40BB-BE60-BDFEB269D0B6}" presName="spaceRect" presStyleCnt="0"/>
      <dgm:spPr/>
    </dgm:pt>
    <dgm:pt modelId="{6AFA9CC8-F6B3-4732-ACD4-712F490A2561}" type="pres">
      <dgm:prSet presAssocID="{86481ACC-1A1B-40BB-BE60-BDFEB269D0B6}" presName="textRect" presStyleLbl="revTx" presStyleIdx="3" presStyleCnt="6">
        <dgm:presLayoutVars>
          <dgm:chMax val="1"/>
          <dgm:chPref val="1"/>
        </dgm:presLayoutVars>
      </dgm:prSet>
      <dgm:spPr/>
    </dgm:pt>
    <dgm:pt modelId="{228F1B8D-50BA-41C3-AC8E-18E22AE0D17F}" type="pres">
      <dgm:prSet presAssocID="{8B10E73D-5505-4F95-9CFA-4EFED4DB458C}" presName="sibTrans" presStyleLbl="sibTrans2D1" presStyleIdx="0" presStyleCnt="0"/>
      <dgm:spPr/>
    </dgm:pt>
    <dgm:pt modelId="{963ACBBA-2CB7-4A9C-8366-C681F16C85EE}" type="pres">
      <dgm:prSet presAssocID="{BFF8769F-97F5-4EBF-B97B-EAC9100935B1}" presName="compNode" presStyleCnt="0"/>
      <dgm:spPr/>
    </dgm:pt>
    <dgm:pt modelId="{0BD99D5A-EF07-4766-A4C7-5CDA3817EEF6}" type="pres">
      <dgm:prSet presAssocID="{BFF8769F-97F5-4EBF-B97B-EAC9100935B1}" presName="iconBgRect" presStyleLbl="bgShp" presStyleIdx="4" presStyleCnt="6"/>
      <dgm:spPr/>
    </dgm:pt>
    <dgm:pt modelId="{8B516DCD-130F-4269-8544-E68E1B775355}" type="pres">
      <dgm:prSet presAssocID="{BFF8769F-97F5-4EBF-B97B-EAC9100935B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luyente"/>
        </a:ext>
      </dgm:extLst>
    </dgm:pt>
    <dgm:pt modelId="{74804BDE-5D56-4ECA-9932-4DE0AD1BED6B}" type="pres">
      <dgm:prSet presAssocID="{BFF8769F-97F5-4EBF-B97B-EAC9100935B1}" presName="spaceRect" presStyleCnt="0"/>
      <dgm:spPr/>
    </dgm:pt>
    <dgm:pt modelId="{7B4C1475-58A7-43B2-876F-B17366C69BB1}" type="pres">
      <dgm:prSet presAssocID="{BFF8769F-97F5-4EBF-B97B-EAC9100935B1}" presName="textRect" presStyleLbl="revTx" presStyleIdx="4" presStyleCnt="6">
        <dgm:presLayoutVars>
          <dgm:chMax val="1"/>
          <dgm:chPref val="1"/>
        </dgm:presLayoutVars>
      </dgm:prSet>
      <dgm:spPr/>
    </dgm:pt>
    <dgm:pt modelId="{1D46AEDF-C4BB-4691-8798-DCC60591018A}" type="pres">
      <dgm:prSet presAssocID="{7E2236D7-7444-4799-85CB-067169229815}" presName="sibTrans" presStyleLbl="sibTrans2D1" presStyleIdx="0" presStyleCnt="0"/>
      <dgm:spPr/>
    </dgm:pt>
    <dgm:pt modelId="{62B67AA5-042C-4AEB-BB02-86F1A839C073}" type="pres">
      <dgm:prSet presAssocID="{B098C9AB-0A20-433F-810C-BF5A94D0A3D5}" presName="compNode" presStyleCnt="0"/>
      <dgm:spPr/>
    </dgm:pt>
    <dgm:pt modelId="{49B66621-F85C-4DC1-A3F3-0342C6399D2F}" type="pres">
      <dgm:prSet presAssocID="{B098C9AB-0A20-433F-810C-BF5A94D0A3D5}" presName="iconBgRect" presStyleLbl="bgShp" presStyleIdx="5" presStyleCnt="6"/>
      <dgm:spPr/>
    </dgm:pt>
    <dgm:pt modelId="{3F88DC3E-D8C7-47C7-A849-F889CAB92DC0}" type="pres">
      <dgm:prSet presAssocID="{B098C9AB-0A20-433F-810C-BF5A94D0A3D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14346914-5F59-45CD-AD0A-7EBFC0EC9BDD}" type="pres">
      <dgm:prSet presAssocID="{B098C9AB-0A20-433F-810C-BF5A94D0A3D5}" presName="spaceRect" presStyleCnt="0"/>
      <dgm:spPr/>
    </dgm:pt>
    <dgm:pt modelId="{3087219B-AA8C-4291-B130-D5AE22F57021}" type="pres">
      <dgm:prSet presAssocID="{B098C9AB-0A20-433F-810C-BF5A94D0A3D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25FC50F-C0AB-4C4F-9700-1E19012D6971}" srcId="{F8F6CB6F-B032-46A7-8805-A30965A10DA0}" destId="{8A67004F-F971-4021-AF8C-BB88EE3A2A4F}" srcOrd="2" destOrd="0" parTransId="{90A905D1-4281-4B09-9E96-F8F06E7A5BE0}" sibTransId="{7B74C2C3-B89A-44D2-8BC9-33D58FF5CF7C}"/>
    <dgm:cxn modelId="{572D491D-ECC4-4766-A29F-AF5575561DE4}" type="presOf" srcId="{397DB0B4-36AE-4745-9791-F578C7365D7D}" destId="{C723BD91-13FA-4C22-98E6-38107E1E7AF0}" srcOrd="0" destOrd="0" presId="urn:microsoft.com/office/officeart/2018/2/layout/IconCircleList"/>
    <dgm:cxn modelId="{E56DCC24-761A-4BD6-9220-8E1007CF3149}" type="presOf" srcId="{8A67004F-F971-4021-AF8C-BB88EE3A2A4F}" destId="{2022197A-86FF-4196-966C-656F34A4EA03}" srcOrd="0" destOrd="0" presId="urn:microsoft.com/office/officeart/2018/2/layout/IconCircleList"/>
    <dgm:cxn modelId="{00B9682C-3301-4E50-927B-D7E862D3D513}" type="presOf" srcId="{B098C9AB-0A20-433F-810C-BF5A94D0A3D5}" destId="{3087219B-AA8C-4291-B130-D5AE22F57021}" srcOrd="0" destOrd="0" presId="urn:microsoft.com/office/officeart/2018/2/layout/IconCircleList"/>
    <dgm:cxn modelId="{7278832F-DD6A-4EC8-A891-522582231BE6}" type="presOf" srcId="{8B10E73D-5505-4F95-9CFA-4EFED4DB458C}" destId="{228F1B8D-50BA-41C3-AC8E-18E22AE0D17F}" srcOrd="0" destOrd="0" presId="urn:microsoft.com/office/officeart/2018/2/layout/IconCircleList"/>
    <dgm:cxn modelId="{DDD9E034-8285-4B26-8CA7-C321CA0C489E}" srcId="{F8F6CB6F-B032-46A7-8805-A30965A10DA0}" destId="{D795540C-B74E-4406-8F9E-6BE04CC5731A}" srcOrd="1" destOrd="0" parTransId="{5E83886C-87EA-48BC-AD4B-6B24B31EA941}" sibTransId="{397DB0B4-36AE-4745-9791-F578C7365D7D}"/>
    <dgm:cxn modelId="{EDF5E65E-E4C9-482C-98B2-1D64E70FBFE6}" type="presOf" srcId="{D795540C-B74E-4406-8F9E-6BE04CC5731A}" destId="{3F09A746-8763-4198-A2ED-2DF6740C8C88}" srcOrd="0" destOrd="0" presId="urn:microsoft.com/office/officeart/2018/2/layout/IconCircleList"/>
    <dgm:cxn modelId="{93E1456A-8554-4329-BB65-2D59BAB05FC6}" srcId="{F8F6CB6F-B032-46A7-8805-A30965A10DA0}" destId="{65BDCF74-5D69-47B2-8AC2-3D5BCDABB585}" srcOrd="0" destOrd="0" parTransId="{E604383A-95A3-405F-A6CB-98925D3EA4F4}" sibTransId="{C64434D4-5435-444A-AC57-3E5B7CFD81EC}"/>
    <dgm:cxn modelId="{A11C076C-C85D-43FF-AF07-C496CCCD4A60}" type="presOf" srcId="{BFF8769F-97F5-4EBF-B97B-EAC9100935B1}" destId="{7B4C1475-58A7-43B2-876F-B17366C69BB1}" srcOrd="0" destOrd="0" presId="urn:microsoft.com/office/officeart/2018/2/layout/IconCircleList"/>
    <dgm:cxn modelId="{4A25C886-1635-424B-B2FC-A2E62D57BCEE}" type="presOf" srcId="{C64434D4-5435-444A-AC57-3E5B7CFD81EC}" destId="{783708C0-A968-4BF3-BFE8-596EE468B731}" srcOrd="0" destOrd="0" presId="urn:microsoft.com/office/officeart/2018/2/layout/IconCircleList"/>
    <dgm:cxn modelId="{785F758F-56DA-48B9-97DB-66C754C563D4}" type="presOf" srcId="{7E2236D7-7444-4799-85CB-067169229815}" destId="{1D46AEDF-C4BB-4691-8798-DCC60591018A}" srcOrd="0" destOrd="0" presId="urn:microsoft.com/office/officeart/2018/2/layout/IconCircleList"/>
    <dgm:cxn modelId="{C554EF9E-BF79-4FB4-8C74-35D65E7872A5}" srcId="{F8F6CB6F-B032-46A7-8805-A30965A10DA0}" destId="{86481ACC-1A1B-40BB-BE60-BDFEB269D0B6}" srcOrd="3" destOrd="0" parTransId="{538F5F7A-61BA-4E2C-A69A-D1B5DE299938}" sibTransId="{8B10E73D-5505-4F95-9CFA-4EFED4DB458C}"/>
    <dgm:cxn modelId="{19CC13A3-232C-4A84-9C25-5D9549278C4A}" type="presOf" srcId="{86481ACC-1A1B-40BB-BE60-BDFEB269D0B6}" destId="{6AFA9CC8-F6B3-4732-ACD4-712F490A2561}" srcOrd="0" destOrd="0" presId="urn:microsoft.com/office/officeart/2018/2/layout/IconCircleList"/>
    <dgm:cxn modelId="{A76EDBA7-1430-4A22-B4DC-4BB5725ECC9B}" type="presOf" srcId="{F8F6CB6F-B032-46A7-8805-A30965A10DA0}" destId="{4F8A2424-46E7-421B-8BBD-4734D9E8A586}" srcOrd="0" destOrd="0" presId="urn:microsoft.com/office/officeart/2018/2/layout/IconCircleList"/>
    <dgm:cxn modelId="{EEFCECBD-4ECC-400E-9061-35B1300C79A1}" srcId="{F8F6CB6F-B032-46A7-8805-A30965A10DA0}" destId="{BFF8769F-97F5-4EBF-B97B-EAC9100935B1}" srcOrd="4" destOrd="0" parTransId="{C691C261-B6D1-465C-9720-A91B2642C0BC}" sibTransId="{7E2236D7-7444-4799-85CB-067169229815}"/>
    <dgm:cxn modelId="{BF5BCEC2-E155-44D2-921E-2FA02625EBC0}" type="presOf" srcId="{7B74C2C3-B89A-44D2-8BC9-33D58FF5CF7C}" destId="{9FDEF897-9DE9-45BC-B411-39745042B99D}" srcOrd="0" destOrd="0" presId="urn:microsoft.com/office/officeart/2018/2/layout/IconCircleList"/>
    <dgm:cxn modelId="{2F685DCB-9EA6-4F29-AB63-C945C59DCADF}" type="presOf" srcId="{65BDCF74-5D69-47B2-8AC2-3D5BCDABB585}" destId="{64FCD81F-0BE5-4637-B29C-FFC56EC27DAF}" srcOrd="0" destOrd="0" presId="urn:microsoft.com/office/officeart/2018/2/layout/IconCircleList"/>
    <dgm:cxn modelId="{808D29EE-5232-4347-8AD4-D1001726744E}" srcId="{F8F6CB6F-B032-46A7-8805-A30965A10DA0}" destId="{B098C9AB-0A20-433F-810C-BF5A94D0A3D5}" srcOrd="5" destOrd="0" parTransId="{401AD929-DC2F-455F-972A-1252BDAFFAF2}" sibTransId="{10DA0670-C0AC-4B8D-A01E-36F402861632}"/>
    <dgm:cxn modelId="{DE7B96D2-1F26-4D1C-ACE5-129851F0F31B}" type="presParOf" srcId="{4F8A2424-46E7-421B-8BBD-4734D9E8A586}" destId="{32DD6F4B-0DFD-4B21-9F68-E51044E302ED}" srcOrd="0" destOrd="0" presId="urn:microsoft.com/office/officeart/2018/2/layout/IconCircleList"/>
    <dgm:cxn modelId="{1F55763F-0F1F-4ADC-AE06-6AB178DBE780}" type="presParOf" srcId="{32DD6F4B-0DFD-4B21-9F68-E51044E302ED}" destId="{B0CB9E1A-B413-41E2-BFA9-0BC4F2E8C1CE}" srcOrd="0" destOrd="0" presId="urn:microsoft.com/office/officeart/2018/2/layout/IconCircleList"/>
    <dgm:cxn modelId="{B2658EB6-C843-4E62-AD95-C5401EFABA2F}" type="presParOf" srcId="{B0CB9E1A-B413-41E2-BFA9-0BC4F2E8C1CE}" destId="{9D47B3E1-E555-4BCF-A56E-BEAAB551825E}" srcOrd="0" destOrd="0" presId="urn:microsoft.com/office/officeart/2018/2/layout/IconCircleList"/>
    <dgm:cxn modelId="{7399CBFA-F4BA-49DE-B642-EF22202A1D99}" type="presParOf" srcId="{B0CB9E1A-B413-41E2-BFA9-0BC4F2E8C1CE}" destId="{FF7027AA-E22D-4541-8293-28607858AC54}" srcOrd="1" destOrd="0" presId="urn:microsoft.com/office/officeart/2018/2/layout/IconCircleList"/>
    <dgm:cxn modelId="{332DF73C-0D47-45B7-9F47-10F312B44C8B}" type="presParOf" srcId="{B0CB9E1A-B413-41E2-BFA9-0BC4F2E8C1CE}" destId="{373C958F-5C68-49D9-9B35-B4B0AC865525}" srcOrd="2" destOrd="0" presId="urn:microsoft.com/office/officeart/2018/2/layout/IconCircleList"/>
    <dgm:cxn modelId="{1C2C8383-0A78-4896-AFED-378235272832}" type="presParOf" srcId="{B0CB9E1A-B413-41E2-BFA9-0BC4F2E8C1CE}" destId="{64FCD81F-0BE5-4637-B29C-FFC56EC27DAF}" srcOrd="3" destOrd="0" presId="urn:microsoft.com/office/officeart/2018/2/layout/IconCircleList"/>
    <dgm:cxn modelId="{CDDA70DD-613F-4A09-B3E2-2CBE2EA00359}" type="presParOf" srcId="{32DD6F4B-0DFD-4B21-9F68-E51044E302ED}" destId="{783708C0-A968-4BF3-BFE8-596EE468B731}" srcOrd="1" destOrd="0" presId="urn:microsoft.com/office/officeart/2018/2/layout/IconCircleList"/>
    <dgm:cxn modelId="{C20B9A27-BCD4-4E86-8FBB-FB1C07E016BD}" type="presParOf" srcId="{32DD6F4B-0DFD-4B21-9F68-E51044E302ED}" destId="{C7631FF6-9D6A-48FC-99DC-CD2EBBDB077A}" srcOrd="2" destOrd="0" presId="urn:microsoft.com/office/officeart/2018/2/layout/IconCircleList"/>
    <dgm:cxn modelId="{0CFD6D1C-4970-4759-B25A-094C279277D4}" type="presParOf" srcId="{C7631FF6-9D6A-48FC-99DC-CD2EBBDB077A}" destId="{76856932-966D-4F4F-818D-4F2D7231315E}" srcOrd="0" destOrd="0" presId="urn:microsoft.com/office/officeart/2018/2/layout/IconCircleList"/>
    <dgm:cxn modelId="{2C0C24EA-88BE-4442-B8EB-58821CB656EC}" type="presParOf" srcId="{C7631FF6-9D6A-48FC-99DC-CD2EBBDB077A}" destId="{06EEC6CC-082C-4F22-A110-0EC70525D967}" srcOrd="1" destOrd="0" presId="urn:microsoft.com/office/officeart/2018/2/layout/IconCircleList"/>
    <dgm:cxn modelId="{60DF327D-D71F-4B0E-BCDC-7FC5D9086E25}" type="presParOf" srcId="{C7631FF6-9D6A-48FC-99DC-CD2EBBDB077A}" destId="{CFCCF392-0738-4C88-8454-45F86737BED6}" srcOrd="2" destOrd="0" presId="urn:microsoft.com/office/officeart/2018/2/layout/IconCircleList"/>
    <dgm:cxn modelId="{35CA4BCF-69D8-4543-890F-7627CDEFFE55}" type="presParOf" srcId="{C7631FF6-9D6A-48FC-99DC-CD2EBBDB077A}" destId="{3F09A746-8763-4198-A2ED-2DF6740C8C88}" srcOrd="3" destOrd="0" presId="urn:microsoft.com/office/officeart/2018/2/layout/IconCircleList"/>
    <dgm:cxn modelId="{D0BA9105-FBB7-4D9E-9B94-45559D09F1C9}" type="presParOf" srcId="{32DD6F4B-0DFD-4B21-9F68-E51044E302ED}" destId="{C723BD91-13FA-4C22-98E6-38107E1E7AF0}" srcOrd="3" destOrd="0" presId="urn:microsoft.com/office/officeart/2018/2/layout/IconCircleList"/>
    <dgm:cxn modelId="{F1CF50BA-C3DF-4C5C-AC30-4E33E2C3FFF2}" type="presParOf" srcId="{32DD6F4B-0DFD-4B21-9F68-E51044E302ED}" destId="{3175A881-AEA4-4E47-B008-D3586037FC3B}" srcOrd="4" destOrd="0" presId="urn:microsoft.com/office/officeart/2018/2/layout/IconCircleList"/>
    <dgm:cxn modelId="{AD4EEC32-25DF-4090-905F-4EF7485AFC81}" type="presParOf" srcId="{3175A881-AEA4-4E47-B008-D3586037FC3B}" destId="{9DC6BDB9-6B2E-4376-B07E-D1FCFD6437F7}" srcOrd="0" destOrd="0" presId="urn:microsoft.com/office/officeart/2018/2/layout/IconCircleList"/>
    <dgm:cxn modelId="{31EEF0F6-0BEA-4B96-B6F5-7577D950F8DA}" type="presParOf" srcId="{3175A881-AEA4-4E47-B008-D3586037FC3B}" destId="{898256E0-E200-4B26-91EB-1C93A6053465}" srcOrd="1" destOrd="0" presId="urn:microsoft.com/office/officeart/2018/2/layout/IconCircleList"/>
    <dgm:cxn modelId="{D8EF8F3C-F55B-4FB9-8EDB-B74E5BA5AD3B}" type="presParOf" srcId="{3175A881-AEA4-4E47-B008-D3586037FC3B}" destId="{BD13D31B-66DB-484A-A837-750E286F17DB}" srcOrd="2" destOrd="0" presId="urn:microsoft.com/office/officeart/2018/2/layout/IconCircleList"/>
    <dgm:cxn modelId="{6E58FE01-7813-41D7-BCD2-EE3E3E092ACD}" type="presParOf" srcId="{3175A881-AEA4-4E47-B008-D3586037FC3B}" destId="{2022197A-86FF-4196-966C-656F34A4EA03}" srcOrd="3" destOrd="0" presId="urn:microsoft.com/office/officeart/2018/2/layout/IconCircleList"/>
    <dgm:cxn modelId="{83018CC3-DB3D-4E8B-AFA9-4E16639E53DD}" type="presParOf" srcId="{32DD6F4B-0DFD-4B21-9F68-E51044E302ED}" destId="{9FDEF897-9DE9-45BC-B411-39745042B99D}" srcOrd="5" destOrd="0" presId="urn:microsoft.com/office/officeart/2018/2/layout/IconCircleList"/>
    <dgm:cxn modelId="{27136FE7-603E-4021-9BC2-FC1C9425B1E7}" type="presParOf" srcId="{32DD6F4B-0DFD-4B21-9F68-E51044E302ED}" destId="{9F3578AB-1375-4237-ABAF-2233B0ECEC44}" srcOrd="6" destOrd="0" presId="urn:microsoft.com/office/officeart/2018/2/layout/IconCircleList"/>
    <dgm:cxn modelId="{F21759B6-4539-482E-BECA-6580110F7678}" type="presParOf" srcId="{9F3578AB-1375-4237-ABAF-2233B0ECEC44}" destId="{B30A6066-2349-4B64-9B61-ED024BE6D8FA}" srcOrd="0" destOrd="0" presId="urn:microsoft.com/office/officeart/2018/2/layout/IconCircleList"/>
    <dgm:cxn modelId="{547E7A3F-6399-4061-927E-EEF6F6FABB54}" type="presParOf" srcId="{9F3578AB-1375-4237-ABAF-2233B0ECEC44}" destId="{F598A3C3-BAA3-4309-8D21-8DB2EAEC62F6}" srcOrd="1" destOrd="0" presId="urn:microsoft.com/office/officeart/2018/2/layout/IconCircleList"/>
    <dgm:cxn modelId="{7746180A-D0AC-40D2-82D3-61B9C376F20E}" type="presParOf" srcId="{9F3578AB-1375-4237-ABAF-2233B0ECEC44}" destId="{868A842A-0DE1-4CD9-A8AB-501C874DA9EC}" srcOrd="2" destOrd="0" presId="urn:microsoft.com/office/officeart/2018/2/layout/IconCircleList"/>
    <dgm:cxn modelId="{A04CBC68-E6EC-4BC9-A630-E37CA0C9AD2B}" type="presParOf" srcId="{9F3578AB-1375-4237-ABAF-2233B0ECEC44}" destId="{6AFA9CC8-F6B3-4732-ACD4-712F490A2561}" srcOrd="3" destOrd="0" presId="urn:microsoft.com/office/officeart/2018/2/layout/IconCircleList"/>
    <dgm:cxn modelId="{14FFE29C-A94C-4D4E-92C6-32C81CD2B351}" type="presParOf" srcId="{32DD6F4B-0DFD-4B21-9F68-E51044E302ED}" destId="{228F1B8D-50BA-41C3-AC8E-18E22AE0D17F}" srcOrd="7" destOrd="0" presId="urn:microsoft.com/office/officeart/2018/2/layout/IconCircleList"/>
    <dgm:cxn modelId="{F9363F9A-A6E7-4CDA-BCE4-EB485C254F67}" type="presParOf" srcId="{32DD6F4B-0DFD-4B21-9F68-E51044E302ED}" destId="{963ACBBA-2CB7-4A9C-8366-C681F16C85EE}" srcOrd="8" destOrd="0" presId="urn:microsoft.com/office/officeart/2018/2/layout/IconCircleList"/>
    <dgm:cxn modelId="{25A5D681-5C4B-4968-9B34-27744AA2846B}" type="presParOf" srcId="{963ACBBA-2CB7-4A9C-8366-C681F16C85EE}" destId="{0BD99D5A-EF07-4766-A4C7-5CDA3817EEF6}" srcOrd="0" destOrd="0" presId="urn:microsoft.com/office/officeart/2018/2/layout/IconCircleList"/>
    <dgm:cxn modelId="{699DEAF4-BA87-469F-8119-F0508F56BAF9}" type="presParOf" srcId="{963ACBBA-2CB7-4A9C-8366-C681F16C85EE}" destId="{8B516DCD-130F-4269-8544-E68E1B775355}" srcOrd="1" destOrd="0" presId="urn:microsoft.com/office/officeart/2018/2/layout/IconCircleList"/>
    <dgm:cxn modelId="{027701A8-98B0-4E83-AE99-938D37846567}" type="presParOf" srcId="{963ACBBA-2CB7-4A9C-8366-C681F16C85EE}" destId="{74804BDE-5D56-4ECA-9932-4DE0AD1BED6B}" srcOrd="2" destOrd="0" presId="urn:microsoft.com/office/officeart/2018/2/layout/IconCircleList"/>
    <dgm:cxn modelId="{53EE4A60-47C3-4F45-A33A-C78FFBA25179}" type="presParOf" srcId="{963ACBBA-2CB7-4A9C-8366-C681F16C85EE}" destId="{7B4C1475-58A7-43B2-876F-B17366C69BB1}" srcOrd="3" destOrd="0" presId="urn:microsoft.com/office/officeart/2018/2/layout/IconCircleList"/>
    <dgm:cxn modelId="{8E39786B-6D76-44F2-B02E-BFCBD3543006}" type="presParOf" srcId="{32DD6F4B-0DFD-4B21-9F68-E51044E302ED}" destId="{1D46AEDF-C4BB-4691-8798-DCC60591018A}" srcOrd="9" destOrd="0" presId="urn:microsoft.com/office/officeart/2018/2/layout/IconCircleList"/>
    <dgm:cxn modelId="{AB293210-AB8E-4573-8DF7-CC20E04DE2F5}" type="presParOf" srcId="{32DD6F4B-0DFD-4B21-9F68-E51044E302ED}" destId="{62B67AA5-042C-4AEB-BB02-86F1A839C073}" srcOrd="10" destOrd="0" presId="urn:microsoft.com/office/officeart/2018/2/layout/IconCircleList"/>
    <dgm:cxn modelId="{CFC59461-05C4-43FA-AEF2-AB11947863F6}" type="presParOf" srcId="{62B67AA5-042C-4AEB-BB02-86F1A839C073}" destId="{49B66621-F85C-4DC1-A3F3-0342C6399D2F}" srcOrd="0" destOrd="0" presId="urn:microsoft.com/office/officeart/2018/2/layout/IconCircleList"/>
    <dgm:cxn modelId="{264C8D56-AFD6-4D5F-927B-FD1715376C87}" type="presParOf" srcId="{62B67AA5-042C-4AEB-BB02-86F1A839C073}" destId="{3F88DC3E-D8C7-47C7-A849-F889CAB92DC0}" srcOrd="1" destOrd="0" presId="urn:microsoft.com/office/officeart/2018/2/layout/IconCircleList"/>
    <dgm:cxn modelId="{6C0D06D9-DDAE-4A19-8D67-E86FFD96B72F}" type="presParOf" srcId="{62B67AA5-042C-4AEB-BB02-86F1A839C073}" destId="{14346914-5F59-45CD-AD0A-7EBFC0EC9BDD}" srcOrd="2" destOrd="0" presId="urn:microsoft.com/office/officeart/2018/2/layout/IconCircleList"/>
    <dgm:cxn modelId="{11D27869-A048-47D5-BC84-2B399DB25F69}" type="presParOf" srcId="{62B67AA5-042C-4AEB-BB02-86F1A839C073}" destId="{3087219B-AA8C-4291-B130-D5AE22F570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58F030-12DE-423D-AC32-BCE1DF2CD789}" type="doc">
      <dgm:prSet loTypeId="urn:microsoft.com/office/officeart/2005/8/layout/arrow5" loCatId="relationship" qsTypeId="urn:microsoft.com/office/officeart/2005/8/quickstyle/simple1#6" qsCatId="simple" csTypeId="urn:microsoft.com/office/officeart/2005/8/colors/accent1_2#6" csCatId="accent1"/>
      <dgm:spPr/>
      <dgm:t>
        <a:bodyPr/>
        <a:lstStyle/>
        <a:p>
          <a:endParaRPr lang="en-US"/>
        </a:p>
      </dgm:t>
    </dgm:pt>
    <dgm:pt modelId="{26DCC8B5-7A7F-4A4B-AAE1-DE8BFEE2CA59}">
      <dgm:prSet/>
      <dgm:spPr/>
      <dgm:t>
        <a:bodyPr/>
        <a:lstStyle/>
        <a:p>
          <a:r>
            <a:rPr lang="en-US"/>
            <a:t>▪ Navegadores Web</a:t>
          </a:r>
        </a:p>
      </dgm:t>
    </dgm:pt>
    <dgm:pt modelId="{5CA7A86B-95E0-43F6-A4F2-0685E1924CB2}" type="parTrans" cxnId="{D5C7D527-9728-47CB-8F07-216D04F31FCD}">
      <dgm:prSet/>
      <dgm:spPr/>
      <dgm:t>
        <a:bodyPr/>
        <a:lstStyle/>
        <a:p>
          <a:endParaRPr lang="en-US"/>
        </a:p>
      </dgm:t>
    </dgm:pt>
    <dgm:pt modelId="{2ABF34C6-318B-4A19-A44E-E93F167CBC6A}" type="sibTrans" cxnId="{D5C7D527-9728-47CB-8F07-216D04F31FCD}">
      <dgm:prSet/>
      <dgm:spPr/>
      <dgm:t>
        <a:bodyPr/>
        <a:lstStyle/>
        <a:p>
          <a:endParaRPr lang="en-US"/>
        </a:p>
      </dgm:t>
    </dgm:pt>
    <dgm:pt modelId="{78835B89-CDE6-4EC7-ADBE-674F4B8CD900}">
      <dgm:prSet/>
      <dgm:spPr/>
      <dgm:t>
        <a:bodyPr/>
        <a:lstStyle/>
        <a:p>
          <a:r>
            <a:rPr lang="en-US"/>
            <a:t>▪ Google Chrome</a:t>
          </a:r>
        </a:p>
      </dgm:t>
    </dgm:pt>
    <dgm:pt modelId="{2F09EA4C-6877-45F0-8CD3-F14581F8810B}" type="parTrans" cxnId="{F75BC246-835F-4D36-A810-A30AD70A592A}">
      <dgm:prSet/>
      <dgm:spPr/>
      <dgm:t>
        <a:bodyPr/>
        <a:lstStyle/>
        <a:p>
          <a:endParaRPr lang="en-US"/>
        </a:p>
      </dgm:t>
    </dgm:pt>
    <dgm:pt modelId="{D33B508D-B4AF-4E94-B53A-2EDCEFDF61A2}" type="sibTrans" cxnId="{F75BC246-835F-4D36-A810-A30AD70A592A}">
      <dgm:prSet/>
      <dgm:spPr/>
      <dgm:t>
        <a:bodyPr/>
        <a:lstStyle/>
        <a:p>
          <a:endParaRPr lang="en-US"/>
        </a:p>
      </dgm:t>
    </dgm:pt>
    <dgm:pt modelId="{526BA397-310E-4AE6-B8AC-E1F795D7B4A0}">
      <dgm:prSet/>
      <dgm:spPr/>
      <dgm:t>
        <a:bodyPr/>
        <a:lstStyle/>
        <a:p>
          <a:r>
            <a:rPr lang="en-US"/>
            <a:t>▪ Mozilla Firefox</a:t>
          </a:r>
        </a:p>
      </dgm:t>
    </dgm:pt>
    <dgm:pt modelId="{FE7849F9-7527-4A22-8CB3-9F166348CE1D}" type="parTrans" cxnId="{27D3ED5F-0A6F-4B4B-BB75-8BEC22AB9458}">
      <dgm:prSet/>
      <dgm:spPr/>
      <dgm:t>
        <a:bodyPr/>
        <a:lstStyle/>
        <a:p>
          <a:endParaRPr lang="en-US"/>
        </a:p>
      </dgm:t>
    </dgm:pt>
    <dgm:pt modelId="{32CE6911-86B0-4429-89B0-BE0518B08CB1}" type="sibTrans" cxnId="{27D3ED5F-0A6F-4B4B-BB75-8BEC22AB9458}">
      <dgm:prSet/>
      <dgm:spPr/>
      <dgm:t>
        <a:bodyPr/>
        <a:lstStyle/>
        <a:p>
          <a:endParaRPr lang="en-US"/>
        </a:p>
      </dgm:t>
    </dgm:pt>
    <dgm:pt modelId="{16BF33C7-5FA2-4A52-9C3F-8EE5CFB4D883}">
      <dgm:prSet/>
      <dgm:spPr/>
      <dgm:t>
        <a:bodyPr/>
        <a:lstStyle/>
        <a:p>
          <a:r>
            <a:rPr lang="en-US"/>
            <a:t>▪ Microsoft Edge</a:t>
          </a:r>
        </a:p>
      </dgm:t>
    </dgm:pt>
    <dgm:pt modelId="{85318B91-A9DB-45B9-9600-FB3A0EF36098}" type="parTrans" cxnId="{11EE82BD-D5AD-491C-8CEE-0E0BAD05C868}">
      <dgm:prSet/>
      <dgm:spPr/>
      <dgm:t>
        <a:bodyPr/>
        <a:lstStyle/>
        <a:p>
          <a:endParaRPr lang="en-US"/>
        </a:p>
      </dgm:t>
    </dgm:pt>
    <dgm:pt modelId="{A4C3AE6E-B8BC-4F3C-9CF7-150AB21192B3}" type="sibTrans" cxnId="{11EE82BD-D5AD-491C-8CEE-0E0BAD05C868}">
      <dgm:prSet/>
      <dgm:spPr/>
      <dgm:t>
        <a:bodyPr/>
        <a:lstStyle/>
        <a:p>
          <a:endParaRPr lang="en-US"/>
        </a:p>
      </dgm:t>
    </dgm:pt>
    <dgm:pt modelId="{BC74A6C4-E6C0-4657-B8C6-935B3E1E91FC}">
      <dgm:prSet/>
      <dgm:spPr/>
      <dgm:t>
        <a:bodyPr/>
        <a:lstStyle/>
        <a:p>
          <a:r>
            <a:rPr lang="en-US"/>
            <a:t>▪ Apple Safari</a:t>
          </a:r>
        </a:p>
      </dgm:t>
    </dgm:pt>
    <dgm:pt modelId="{EE0881FC-872A-4894-90A8-0F844163F3CC}" type="parTrans" cxnId="{02BDC7D5-7BEC-4E7A-8591-4CBFEF438D67}">
      <dgm:prSet/>
      <dgm:spPr/>
      <dgm:t>
        <a:bodyPr/>
        <a:lstStyle/>
        <a:p>
          <a:endParaRPr lang="en-US"/>
        </a:p>
      </dgm:t>
    </dgm:pt>
    <dgm:pt modelId="{0478DA3D-FB09-4A8C-A458-1CAAAE1A196B}" type="sibTrans" cxnId="{02BDC7D5-7BEC-4E7A-8591-4CBFEF438D67}">
      <dgm:prSet/>
      <dgm:spPr/>
      <dgm:t>
        <a:bodyPr/>
        <a:lstStyle/>
        <a:p>
          <a:endParaRPr lang="en-US"/>
        </a:p>
      </dgm:t>
    </dgm:pt>
    <dgm:pt modelId="{0D1CE400-C77B-4C43-BA78-57634EA30FB1}">
      <dgm:prSet/>
      <dgm:spPr/>
      <dgm:t>
        <a:bodyPr/>
        <a:lstStyle/>
        <a:p>
          <a:r>
            <a:rPr lang="en-US"/>
            <a:t>▪ Otros navegadores modernos</a:t>
          </a:r>
        </a:p>
      </dgm:t>
    </dgm:pt>
    <dgm:pt modelId="{5391045C-F6A5-48CD-A7A9-83295DB43EA5}" type="parTrans" cxnId="{1F173C27-2D7A-4E43-B272-98D0FB9D7021}">
      <dgm:prSet/>
      <dgm:spPr/>
      <dgm:t>
        <a:bodyPr/>
        <a:lstStyle/>
        <a:p>
          <a:endParaRPr lang="en-US"/>
        </a:p>
      </dgm:t>
    </dgm:pt>
    <dgm:pt modelId="{D30FB62D-2252-432D-9A47-DE587352A949}" type="sibTrans" cxnId="{1F173C27-2D7A-4E43-B272-98D0FB9D7021}">
      <dgm:prSet/>
      <dgm:spPr/>
      <dgm:t>
        <a:bodyPr/>
        <a:lstStyle/>
        <a:p>
          <a:endParaRPr lang="en-US"/>
        </a:p>
      </dgm:t>
    </dgm:pt>
    <dgm:pt modelId="{5337A18D-2088-4CFA-BD71-E165BB7170C4}" type="pres">
      <dgm:prSet presAssocID="{FA58F030-12DE-423D-AC32-BCE1DF2CD789}" presName="diagram" presStyleCnt="0">
        <dgm:presLayoutVars>
          <dgm:dir/>
          <dgm:resizeHandles val="exact"/>
        </dgm:presLayoutVars>
      </dgm:prSet>
      <dgm:spPr/>
    </dgm:pt>
    <dgm:pt modelId="{A5A43768-B1B0-44DD-B102-58D92BCC1273}" type="pres">
      <dgm:prSet presAssocID="{26DCC8B5-7A7F-4A4B-AAE1-DE8BFEE2CA59}" presName="arrow" presStyleLbl="node1" presStyleIdx="0" presStyleCnt="6">
        <dgm:presLayoutVars>
          <dgm:bulletEnabled val="1"/>
        </dgm:presLayoutVars>
      </dgm:prSet>
      <dgm:spPr/>
    </dgm:pt>
    <dgm:pt modelId="{0E8C98D6-812F-4207-9FF8-85B5FCED8D39}" type="pres">
      <dgm:prSet presAssocID="{78835B89-CDE6-4EC7-ADBE-674F4B8CD900}" presName="arrow" presStyleLbl="node1" presStyleIdx="1" presStyleCnt="6">
        <dgm:presLayoutVars>
          <dgm:bulletEnabled val="1"/>
        </dgm:presLayoutVars>
      </dgm:prSet>
      <dgm:spPr/>
    </dgm:pt>
    <dgm:pt modelId="{54E275F8-DAC8-431C-8801-C6521D3AE780}" type="pres">
      <dgm:prSet presAssocID="{526BA397-310E-4AE6-B8AC-E1F795D7B4A0}" presName="arrow" presStyleLbl="node1" presStyleIdx="2" presStyleCnt="6">
        <dgm:presLayoutVars>
          <dgm:bulletEnabled val="1"/>
        </dgm:presLayoutVars>
      </dgm:prSet>
      <dgm:spPr/>
    </dgm:pt>
    <dgm:pt modelId="{322CA804-5917-4CE3-A9A0-DDCF35CEEE50}" type="pres">
      <dgm:prSet presAssocID="{16BF33C7-5FA2-4A52-9C3F-8EE5CFB4D883}" presName="arrow" presStyleLbl="node1" presStyleIdx="3" presStyleCnt="6">
        <dgm:presLayoutVars>
          <dgm:bulletEnabled val="1"/>
        </dgm:presLayoutVars>
      </dgm:prSet>
      <dgm:spPr/>
    </dgm:pt>
    <dgm:pt modelId="{451718EA-AF42-420C-8754-36F98816DFCD}" type="pres">
      <dgm:prSet presAssocID="{BC74A6C4-E6C0-4657-B8C6-935B3E1E91FC}" presName="arrow" presStyleLbl="node1" presStyleIdx="4" presStyleCnt="6">
        <dgm:presLayoutVars>
          <dgm:bulletEnabled val="1"/>
        </dgm:presLayoutVars>
      </dgm:prSet>
      <dgm:spPr/>
    </dgm:pt>
    <dgm:pt modelId="{07631FAD-92BD-4126-B70B-AE62FD8D1A60}" type="pres">
      <dgm:prSet presAssocID="{0D1CE400-C77B-4C43-BA78-57634EA30FB1}" presName="arrow" presStyleLbl="node1" presStyleIdx="5" presStyleCnt="6">
        <dgm:presLayoutVars>
          <dgm:bulletEnabled val="1"/>
        </dgm:presLayoutVars>
      </dgm:prSet>
      <dgm:spPr/>
    </dgm:pt>
  </dgm:ptLst>
  <dgm:cxnLst>
    <dgm:cxn modelId="{1F173C27-2D7A-4E43-B272-98D0FB9D7021}" srcId="{FA58F030-12DE-423D-AC32-BCE1DF2CD789}" destId="{0D1CE400-C77B-4C43-BA78-57634EA30FB1}" srcOrd="5" destOrd="0" parTransId="{5391045C-F6A5-48CD-A7A9-83295DB43EA5}" sibTransId="{D30FB62D-2252-432D-9A47-DE587352A949}"/>
    <dgm:cxn modelId="{D5C7D527-9728-47CB-8F07-216D04F31FCD}" srcId="{FA58F030-12DE-423D-AC32-BCE1DF2CD789}" destId="{26DCC8B5-7A7F-4A4B-AAE1-DE8BFEE2CA59}" srcOrd="0" destOrd="0" parTransId="{5CA7A86B-95E0-43F6-A4F2-0685E1924CB2}" sibTransId="{2ABF34C6-318B-4A19-A44E-E93F167CBC6A}"/>
    <dgm:cxn modelId="{059F4A35-DD42-4B2E-926E-66098473A6D4}" type="presOf" srcId="{FA58F030-12DE-423D-AC32-BCE1DF2CD789}" destId="{5337A18D-2088-4CFA-BD71-E165BB7170C4}" srcOrd="0" destOrd="0" presId="urn:microsoft.com/office/officeart/2005/8/layout/arrow5"/>
    <dgm:cxn modelId="{4A40153D-00B9-4A40-BE28-B06A84C1B06E}" type="presOf" srcId="{BC74A6C4-E6C0-4657-B8C6-935B3E1E91FC}" destId="{451718EA-AF42-420C-8754-36F98816DFCD}" srcOrd="0" destOrd="0" presId="urn:microsoft.com/office/officeart/2005/8/layout/arrow5"/>
    <dgm:cxn modelId="{27D3ED5F-0A6F-4B4B-BB75-8BEC22AB9458}" srcId="{FA58F030-12DE-423D-AC32-BCE1DF2CD789}" destId="{526BA397-310E-4AE6-B8AC-E1F795D7B4A0}" srcOrd="2" destOrd="0" parTransId="{FE7849F9-7527-4A22-8CB3-9F166348CE1D}" sibTransId="{32CE6911-86B0-4429-89B0-BE0518B08CB1}"/>
    <dgm:cxn modelId="{15DF0266-B723-4CD7-99B1-8B45B852092E}" type="presOf" srcId="{526BA397-310E-4AE6-B8AC-E1F795D7B4A0}" destId="{54E275F8-DAC8-431C-8801-C6521D3AE780}" srcOrd="0" destOrd="0" presId="urn:microsoft.com/office/officeart/2005/8/layout/arrow5"/>
    <dgm:cxn modelId="{F75BC246-835F-4D36-A810-A30AD70A592A}" srcId="{FA58F030-12DE-423D-AC32-BCE1DF2CD789}" destId="{78835B89-CDE6-4EC7-ADBE-674F4B8CD900}" srcOrd="1" destOrd="0" parTransId="{2F09EA4C-6877-45F0-8CD3-F14581F8810B}" sibTransId="{D33B508D-B4AF-4E94-B53A-2EDCEFDF61A2}"/>
    <dgm:cxn modelId="{24036A78-E003-4672-A903-6DA8C1EF0B9F}" type="presOf" srcId="{16BF33C7-5FA2-4A52-9C3F-8EE5CFB4D883}" destId="{322CA804-5917-4CE3-A9A0-DDCF35CEEE50}" srcOrd="0" destOrd="0" presId="urn:microsoft.com/office/officeart/2005/8/layout/arrow5"/>
    <dgm:cxn modelId="{A58111A6-977C-4476-8DC6-B98B3B2787E5}" type="presOf" srcId="{78835B89-CDE6-4EC7-ADBE-674F4B8CD900}" destId="{0E8C98D6-812F-4207-9FF8-85B5FCED8D39}" srcOrd="0" destOrd="0" presId="urn:microsoft.com/office/officeart/2005/8/layout/arrow5"/>
    <dgm:cxn modelId="{D6A44AA6-9D54-4515-94BC-1189B709C004}" type="presOf" srcId="{0D1CE400-C77B-4C43-BA78-57634EA30FB1}" destId="{07631FAD-92BD-4126-B70B-AE62FD8D1A60}" srcOrd="0" destOrd="0" presId="urn:microsoft.com/office/officeart/2005/8/layout/arrow5"/>
    <dgm:cxn modelId="{11EE82BD-D5AD-491C-8CEE-0E0BAD05C868}" srcId="{FA58F030-12DE-423D-AC32-BCE1DF2CD789}" destId="{16BF33C7-5FA2-4A52-9C3F-8EE5CFB4D883}" srcOrd="3" destOrd="0" parTransId="{85318B91-A9DB-45B9-9600-FB3A0EF36098}" sibTransId="{A4C3AE6E-B8BC-4F3C-9CF7-150AB21192B3}"/>
    <dgm:cxn modelId="{6E0AEDD3-0DE2-4581-A674-DC89EEBCC990}" type="presOf" srcId="{26DCC8B5-7A7F-4A4B-AAE1-DE8BFEE2CA59}" destId="{A5A43768-B1B0-44DD-B102-58D92BCC1273}" srcOrd="0" destOrd="0" presId="urn:microsoft.com/office/officeart/2005/8/layout/arrow5"/>
    <dgm:cxn modelId="{02BDC7D5-7BEC-4E7A-8591-4CBFEF438D67}" srcId="{FA58F030-12DE-423D-AC32-BCE1DF2CD789}" destId="{BC74A6C4-E6C0-4657-B8C6-935B3E1E91FC}" srcOrd="4" destOrd="0" parTransId="{EE0881FC-872A-4894-90A8-0F844163F3CC}" sibTransId="{0478DA3D-FB09-4A8C-A458-1CAAAE1A196B}"/>
    <dgm:cxn modelId="{7927A2B9-93AF-4D6B-8DEE-D461258D8D33}" type="presParOf" srcId="{5337A18D-2088-4CFA-BD71-E165BB7170C4}" destId="{A5A43768-B1B0-44DD-B102-58D92BCC1273}" srcOrd="0" destOrd="0" presId="urn:microsoft.com/office/officeart/2005/8/layout/arrow5"/>
    <dgm:cxn modelId="{DFA7EE83-D987-491F-968A-8704A49BF038}" type="presParOf" srcId="{5337A18D-2088-4CFA-BD71-E165BB7170C4}" destId="{0E8C98D6-812F-4207-9FF8-85B5FCED8D39}" srcOrd="1" destOrd="0" presId="urn:microsoft.com/office/officeart/2005/8/layout/arrow5"/>
    <dgm:cxn modelId="{32F89C3E-BD09-4A83-86F0-0AF71FA9DD07}" type="presParOf" srcId="{5337A18D-2088-4CFA-BD71-E165BB7170C4}" destId="{54E275F8-DAC8-431C-8801-C6521D3AE780}" srcOrd="2" destOrd="0" presId="urn:microsoft.com/office/officeart/2005/8/layout/arrow5"/>
    <dgm:cxn modelId="{9B53DA98-B1C6-4E7C-8D9A-B8547DC819B5}" type="presParOf" srcId="{5337A18D-2088-4CFA-BD71-E165BB7170C4}" destId="{322CA804-5917-4CE3-A9A0-DDCF35CEEE50}" srcOrd="3" destOrd="0" presId="urn:microsoft.com/office/officeart/2005/8/layout/arrow5"/>
    <dgm:cxn modelId="{8EEF7920-1BEA-4D1D-A5C0-7EABD191CA39}" type="presParOf" srcId="{5337A18D-2088-4CFA-BD71-E165BB7170C4}" destId="{451718EA-AF42-420C-8754-36F98816DFCD}" srcOrd="4" destOrd="0" presId="urn:microsoft.com/office/officeart/2005/8/layout/arrow5"/>
    <dgm:cxn modelId="{3E90A998-EC3F-4018-95CF-5080416AF87D}" type="presParOf" srcId="{5337A18D-2088-4CFA-BD71-E165BB7170C4}" destId="{07631FAD-92BD-4126-B70B-AE62FD8D1A60}" srcOrd="5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B89E52E-A7B2-418D-A0C7-1A5FD4FB4D3C}" type="doc">
      <dgm:prSet loTypeId="urn:microsoft.com/office/officeart/2008/layout/LinedList" loCatId="list" qsTypeId="urn:microsoft.com/office/officeart/2005/8/quickstyle/simple1#7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0FB6B44E-53CA-4880-BD59-4AE97CF3DA9B}">
      <dgm:prSet/>
      <dgm:spPr/>
      <dgm:t>
        <a:bodyPr/>
        <a:lstStyle/>
        <a:p>
          <a:r>
            <a:rPr lang="en-US"/>
            <a:t>▪ Validar datos de formularios antes de enviarlos</a:t>
          </a:r>
        </a:p>
      </dgm:t>
    </dgm:pt>
    <dgm:pt modelId="{E1A2225E-FD96-4410-8C10-484CAD220301}" type="parTrans" cxnId="{5FF837E0-4B57-4114-8A43-941F5ECD2F9E}">
      <dgm:prSet/>
      <dgm:spPr/>
      <dgm:t>
        <a:bodyPr/>
        <a:lstStyle/>
        <a:p>
          <a:endParaRPr lang="en-US"/>
        </a:p>
      </dgm:t>
    </dgm:pt>
    <dgm:pt modelId="{DDD391C2-ED5D-4E1E-9239-E47B851E33D9}" type="sibTrans" cxnId="{5FF837E0-4B57-4114-8A43-941F5ECD2F9E}">
      <dgm:prSet/>
      <dgm:spPr/>
      <dgm:t>
        <a:bodyPr/>
        <a:lstStyle/>
        <a:p>
          <a:endParaRPr lang="en-US"/>
        </a:p>
      </dgm:t>
    </dgm:pt>
    <dgm:pt modelId="{54667A0D-344B-4DFF-A658-3048A21CA89D}">
      <dgm:prSet/>
      <dgm:spPr/>
      <dgm:t>
        <a:bodyPr/>
        <a:lstStyle/>
        <a:p>
          <a:r>
            <a:rPr lang="en-US"/>
            <a:t>▪ Crear efectos visuales y animaciones</a:t>
          </a:r>
        </a:p>
      </dgm:t>
    </dgm:pt>
    <dgm:pt modelId="{6E6409C4-9389-4B3D-A345-7620A742124A}" type="parTrans" cxnId="{5FA3C1F2-8CC9-4B36-BF94-DE54C62CA9A2}">
      <dgm:prSet/>
      <dgm:spPr/>
      <dgm:t>
        <a:bodyPr/>
        <a:lstStyle/>
        <a:p>
          <a:endParaRPr lang="en-US"/>
        </a:p>
      </dgm:t>
    </dgm:pt>
    <dgm:pt modelId="{FA062C35-5DA0-4E32-B44B-BD4F23EB4B74}" type="sibTrans" cxnId="{5FA3C1F2-8CC9-4B36-BF94-DE54C62CA9A2}">
      <dgm:prSet/>
      <dgm:spPr/>
      <dgm:t>
        <a:bodyPr/>
        <a:lstStyle/>
        <a:p>
          <a:endParaRPr lang="en-US"/>
        </a:p>
      </dgm:t>
    </dgm:pt>
    <dgm:pt modelId="{8A3F9958-DE2C-4B1E-86BB-BFC09DB117BF}">
      <dgm:prSet/>
      <dgm:spPr/>
      <dgm:t>
        <a:bodyPr/>
        <a:lstStyle/>
        <a:p>
          <a:r>
            <a:rPr lang="en-US"/>
            <a:t>▪ Modificar contenido sin recargar la página</a:t>
          </a:r>
        </a:p>
      </dgm:t>
    </dgm:pt>
    <dgm:pt modelId="{A5B1683B-05E5-490B-9153-A36FD31CF7ED}" type="parTrans" cxnId="{810EC824-4D90-4693-B83C-24B9372F642E}">
      <dgm:prSet/>
      <dgm:spPr/>
      <dgm:t>
        <a:bodyPr/>
        <a:lstStyle/>
        <a:p>
          <a:endParaRPr lang="en-US"/>
        </a:p>
      </dgm:t>
    </dgm:pt>
    <dgm:pt modelId="{1B9C3608-F0A0-4E4C-AC6D-270F0D9E946E}" type="sibTrans" cxnId="{810EC824-4D90-4693-B83C-24B9372F642E}">
      <dgm:prSet/>
      <dgm:spPr/>
      <dgm:t>
        <a:bodyPr/>
        <a:lstStyle/>
        <a:p>
          <a:endParaRPr lang="en-US"/>
        </a:p>
      </dgm:t>
    </dgm:pt>
    <dgm:pt modelId="{F9BE6159-CF22-49B7-9B1D-0F7D34EE14DB}">
      <dgm:prSet/>
      <dgm:spPr/>
      <dgm:t>
        <a:bodyPr/>
        <a:lstStyle/>
        <a:p>
          <a:r>
            <a:rPr lang="en-US"/>
            <a:t>▪ Responder a eventos del usuario (clicks, escritura, etc.)</a:t>
          </a:r>
        </a:p>
      </dgm:t>
    </dgm:pt>
    <dgm:pt modelId="{4909D80C-14C1-45A6-BB01-AB818ECC20DB}" type="parTrans" cxnId="{A6AA7E64-00DC-4452-A190-D082B1F5608D}">
      <dgm:prSet/>
      <dgm:spPr/>
      <dgm:t>
        <a:bodyPr/>
        <a:lstStyle/>
        <a:p>
          <a:endParaRPr lang="en-US"/>
        </a:p>
      </dgm:t>
    </dgm:pt>
    <dgm:pt modelId="{A84A04D3-D834-4FD4-B8F7-8C5A70067651}" type="sibTrans" cxnId="{A6AA7E64-00DC-4452-A190-D082B1F5608D}">
      <dgm:prSet/>
      <dgm:spPr/>
      <dgm:t>
        <a:bodyPr/>
        <a:lstStyle/>
        <a:p>
          <a:endParaRPr lang="en-US"/>
        </a:p>
      </dgm:t>
    </dgm:pt>
    <dgm:pt modelId="{240CDC07-9412-458F-9862-BB15C63545A9}">
      <dgm:prSet/>
      <dgm:spPr/>
      <dgm:t>
        <a:bodyPr/>
        <a:lstStyle/>
        <a:p>
          <a:r>
            <a:rPr lang="en-US"/>
            <a:t>▪ Hacer peticiones a servidores (AJAX)</a:t>
          </a:r>
        </a:p>
      </dgm:t>
    </dgm:pt>
    <dgm:pt modelId="{0AD4A4D1-9968-4385-954C-79BD0C46E8AB}" type="parTrans" cxnId="{1CC8020B-DA72-4BDC-93E2-2EECE0ED58B0}">
      <dgm:prSet/>
      <dgm:spPr/>
      <dgm:t>
        <a:bodyPr/>
        <a:lstStyle/>
        <a:p>
          <a:endParaRPr lang="en-US"/>
        </a:p>
      </dgm:t>
    </dgm:pt>
    <dgm:pt modelId="{79952420-9B3A-407F-9038-37612756186E}" type="sibTrans" cxnId="{1CC8020B-DA72-4BDC-93E2-2EECE0ED58B0}">
      <dgm:prSet/>
      <dgm:spPr/>
      <dgm:t>
        <a:bodyPr/>
        <a:lstStyle/>
        <a:p>
          <a:endParaRPr lang="en-US"/>
        </a:p>
      </dgm:t>
    </dgm:pt>
    <dgm:pt modelId="{9380B9B6-56C6-495B-8D5D-667BABF80BF0}">
      <dgm:prSet/>
      <dgm:spPr/>
      <dgm:t>
        <a:bodyPr/>
        <a:lstStyle/>
        <a:p>
          <a:r>
            <a:rPr lang="en-US"/>
            <a:t>▪ Crear aplicaciones web interactivas y modernas</a:t>
          </a:r>
        </a:p>
      </dgm:t>
    </dgm:pt>
    <dgm:pt modelId="{CEB8B591-5176-46B0-8E77-F934F2998D13}" type="parTrans" cxnId="{9C43C4F2-2CC8-4B8A-93EB-FE896648B182}">
      <dgm:prSet/>
      <dgm:spPr/>
      <dgm:t>
        <a:bodyPr/>
        <a:lstStyle/>
        <a:p>
          <a:endParaRPr lang="en-US"/>
        </a:p>
      </dgm:t>
    </dgm:pt>
    <dgm:pt modelId="{47C306FB-1511-488F-B660-FFEED3407B39}" type="sibTrans" cxnId="{9C43C4F2-2CC8-4B8A-93EB-FE896648B182}">
      <dgm:prSet/>
      <dgm:spPr/>
      <dgm:t>
        <a:bodyPr/>
        <a:lstStyle/>
        <a:p>
          <a:endParaRPr lang="en-US"/>
        </a:p>
      </dgm:t>
    </dgm:pt>
    <dgm:pt modelId="{6E521FFD-47AF-4F5B-B833-7F4EA6540689}" type="pres">
      <dgm:prSet presAssocID="{1B89E52E-A7B2-418D-A0C7-1A5FD4FB4D3C}" presName="vert0" presStyleCnt="0">
        <dgm:presLayoutVars>
          <dgm:dir/>
          <dgm:animOne val="branch"/>
          <dgm:animLvl val="lvl"/>
        </dgm:presLayoutVars>
      </dgm:prSet>
      <dgm:spPr/>
    </dgm:pt>
    <dgm:pt modelId="{BCEB5F83-FB85-43A6-89A6-84CA85F7095A}" type="pres">
      <dgm:prSet presAssocID="{0FB6B44E-53CA-4880-BD59-4AE97CF3DA9B}" presName="thickLine" presStyleLbl="alignNode1" presStyleIdx="0" presStyleCnt="6"/>
      <dgm:spPr/>
    </dgm:pt>
    <dgm:pt modelId="{F048E318-2CC4-440A-A539-B66727AD5155}" type="pres">
      <dgm:prSet presAssocID="{0FB6B44E-53CA-4880-BD59-4AE97CF3DA9B}" presName="horz1" presStyleCnt="0"/>
      <dgm:spPr/>
    </dgm:pt>
    <dgm:pt modelId="{9F359CDB-9384-4222-90C7-663A389C4ADE}" type="pres">
      <dgm:prSet presAssocID="{0FB6B44E-53CA-4880-BD59-4AE97CF3DA9B}" presName="tx1" presStyleLbl="revTx" presStyleIdx="0" presStyleCnt="6"/>
      <dgm:spPr/>
    </dgm:pt>
    <dgm:pt modelId="{D27AF4B1-EFC9-4081-802D-250BDF6507E3}" type="pres">
      <dgm:prSet presAssocID="{0FB6B44E-53CA-4880-BD59-4AE97CF3DA9B}" presName="vert1" presStyleCnt="0"/>
      <dgm:spPr/>
    </dgm:pt>
    <dgm:pt modelId="{FA45BC8E-282D-42F4-BCD0-C68D56B50D8D}" type="pres">
      <dgm:prSet presAssocID="{54667A0D-344B-4DFF-A658-3048A21CA89D}" presName="thickLine" presStyleLbl="alignNode1" presStyleIdx="1" presStyleCnt="6"/>
      <dgm:spPr/>
    </dgm:pt>
    <dgm:pt modelId="{C813A799-1617-45C5-899B-17B3E28F4736}" type="pres">
      <dgm:prSet presAssocID="{54667A0D-344B-4DFF-A658-3048A21CA89D}" presName="horz1" presStyleCnt="0"/>
      <dgm:spPr/>
    </dgm:pt>
    <dgm:pt modelId="{BB58B596-F3B4-4912-AA15-BB4F617FC5F2}" type="pres">
      <dgm:prSet presAssocID="{54667A0D-344B-4DFF-A658-3048A21CA89D}" presName="tx1" presStyleLbl="revTx" presStyleIdx="1" presStyleCnt="6"/>
      <dgm:spPr/>
    </dgm:pt>
    <dgm:pt modelId="{DC0603A5-5CAD-4C88-ABC0-9B69E72167EE}" type="pres">
      <dgm:prSet presAssocID="{54667A0D-344B-4DFF-A658-3048A21CA89D}" presName="vert1" presStyleCnt="0"/>
      <dgm:spPr/>
    </dgm:pt>
    <dgm:pt modelId="{562D1001-DE66-4B13-861E-DA22A5BCB866}" type="pres">
      <dgm:prSet presAssocID="{8A3F9958-DE2C-4B1E-86BB-BFC09DB117BF}" presName="thickLine" presStyleLbl="alignNode1" presStyleIdx="2" presStyleCnt="6"/>
      <dgm:spPr/>
    </dgm:pt>
    <dgm:pt modelId="{9CC7C0EA-6597-4ED8-B724-1469915C58BB}" type="pres">
      <dgm:prSet presAssocID="{8A3F9958-DE2C-4B1E-86BB-BFC09DB117BF}" presName="horz1" presStyleCnt="0"/>
      <dgm:spPr/>
    </dgm:pt>
    <dgm:pt modelId="{51923357-52E4-4E3D-8CAC-8E77D3D516FC}" type="pres">
      <dgm:prSet presAssocID="{8A3F9958-DE2C-4B1E-86BB-BFC09DB117BF}" presName="tx1" presStyleLbl="revTx" presStyleIdx="2" presStyleCnt="6"/>
      <dgm:spPr/>
    </dgm:pt>
    <dgm:pt modelId="{3FE7AC64-339F-4F17-BDCB-5A521ED26E5B}" type="pres">
      <dgm:prSet presAssocID="{8A3F9958-DE2C-4B1E-86BB-BFC09DB117BF}" presName="vert1" presStyleCnt="0"/>
      <dgm:spPr/>
    </dgm:pt>
    <dgm:pt modelId="{E3C5B479-5F8B-413C-9B90-2AC4AD9DE53B}" type="pres">
      <dgm:prSet presAssocID="{F9BE6159-CF22-49B7-9B1D-0F7D34EE14DB}" presName="thickLine" presStyleLbl="alignNode1" presStyleIdx="3" presStyleCnt="6"/>
      <dgm:spPr/>
    </dgm:pt>
    <dgm:pt modelId="{2F690085-E916-4E2D-9447-7814328F2248}" type="pres">
      <dgm:prSet presAssocID="{F9BE6159-CF22-49B7-9B1D-0F7D34EE14DB}" presName="horz1" presStyleCnt="0"/>
      <dgm:spPr/>
    </dgm:pt>
    <dgm:pt modelId="{5542D400-AC7D-49E4-882F-45058A38647A}" type="pres">
      <dgm:prSet presAssocID="{F9BE6159-CF22-49B7-9B1D-0F7D34EE14DB}" presName="tx1" presStyleLbl="revTx" presStyleIdx="3" presStyleCnt="6"/>
      <dgm:spPr/>
    </dgm:pt>
    <dgm:pt modelId="{1418B165-FED1-4A13-BAA8-3D67EB54F067}" type="pres">
      <dgm:prSet presAssocID="{F9BE6159-CF22-49B7-9B1D-0F7D34EE14DB}" presName="vert1" presStyleCnt="0"/>
      <dgm:spPr/>
    </dgm:pt>
    <dgm:pt modelId="{EEFB1996-5EFC-45D0-86D1-D80BC27FBBAC}" type="pres">
      <dgm:prSet presAssocID="{240CDC07-9412-458F-9862-BB15C63545A9}" presName="thickLine" presStyleLbl="alignNode1" presStyleIdx="4" presStyleCnt="6"/>
      <dgm:spPr/>
    </dgm:pt>
    <dgm:pt modelId="{F8802054-C491-4970-9BBC-7F84CA6F0AA9}" type="pres">
      <dgm:prSet presAssocID="{240CDC07-9412-458F-9862-BB15C63545A9}" presName="horz1" presStyleCnt="0"/>
      <dgm:spPr/>
    </dgm:pt>
    <dgm:pt modelId="{FE3A9CA7-8040-48AF-8FEF-91C79104661A}" type="pres">
      <dgm:prSet presAssocID="{240CDC07-9412-458F-9862-BB15C63545A9}" presName="tx1" presStyleLbl="revTx" presStyleIdx="4" presStyleCnt="6"/>
      <dgm:spPr/>
    </dgm:pt>
    <dgm:pt modelId="{021C9A58-E85B-4D5A-8EBC-EC79B2EAA0D9}" type="pres">
      <dgm:prSet presAssocID="{240CDC07-9412-458F-9862-BB15C63545A9}" presName="vert1" presStyleCnt="0"/>
      <dgm:spPr/>
    </dgm:pt>
    <dgm:pt modelId="{2F0C3B56-7BFD-414A-A751-99C889DD61FF}" type="pres">
      <dgm:prSet presAssocID="{9380B9B6-56C6-495B-8D5D-667BABF80BF0}" presName="thickLine" presStyleLbl="alignNode1" presStyleIdx="5" presStyleCnt="6"/>
      <dgm:spPr/>
    </dgm:pt>
    <dgm:pt modelId="{4AC6B973-75CC-455C-91D9-FC5210B850BB}" type="pres">
      <dgm:prSet presAssocID="{9380B9B6-56C6-495B-8D5D-667BABF80BF0}" presName="horz1" presStyleCnt="0"/>
      <dgm:spPr/>
    </dgm:pt>
    <dgm:pt modelId="{BE974104-27DD-4DFB-9A35-B811035148D4}" type="pres">
      <dgm:prSet presAssocID="{9380B9B6-56C6-495B-8D5D-667BABF80BF0}" presName="tx1" presStyleLbl="revTx" presStyleIdx="5" presStyleCnt="6"/>
      <dgm:spPr/>
    </dgm:pt>
    <dgm:pt modelId="{1DEF3294-90D3-4238-9882-98A77CB25AB8}" type="pres">
      <dgm:prSet presAssocID="{9380B9B6-56C6-495B-8D5D-667BABF80BF0}" presName="vert1" presStyleCnt="0"/>
      <dgm:spPr/>
    </dgm:pt>
  </dgm:ptLst>
  <dgm:cxnLst>
    <dgm:cxn modelId="{1CC8020B-DA72-4BDC-93E2-2EECE0ED58B0}" srcId="{1B89E52E-A7B2-418D-A0C7-1A5FD4FB4D3C}" destId="{240CDC07-9412-458F-9862-BB15C63545A9}" srcOrd="4" destOrd="0" parTransId="{0AD4A4D1-9968-4385-954C-79BD0C46E8AB}" sibTransId="{79952420-9B3A-407F-9038-37612756186E}"/>
    <dgm:cxn modelId="{810EC824-4D90-4693-B83C-24B9372F642E}" srcId="{1B89E52E-A7B2-418D-A0C7-1A5FD4FB4D3C}" destId="{8A3F9958-DE2C-4B1E-86BB-BFC09DB117BF}" srcOrd="2" destOrd="0" parTransId="{A5B1683B-05E5-490B-9153-A36FD31CF7ED}" sibTransId="{1B9C3608-F0A0-4E4C-AC6D-270F0D9E946E}"/>
    <dgm:cxn modelId="{A6AA7E64-00DC-4452-A190-D082B1F5608D}" srcId="{1B89E52E-A7B2-418D-A0C7-1A5FD4FB4D3C}" destId="{F9BE6159-CF22-49B7-9B1D-0F7D34EE14DB}" srcOrd="3" destOrd="0" parTransId="{4909D80C-14C1-45A6-BB01-AB818ECC20DB}" sibTransId="{A84A04D3-D834-4FD4-B8F7-8C5A70067651}"/>
    <dgm:cxn modelId="{592A5E7E-5164-481B-B020-19305DA70359}" type="presOf" srcId="{8A3F9958-DE2C-4B1E-86BB-BFC09DB117BF}" destId="{51923357-52E4-4E3D-8CAC-8E77D3D516FC}" srcOrd="0" destOrd="0" presId="urn:microsoft.com/office/officeart/2008/layout/LinedList"/>
    <dgm:cxn modelId="{4CFE5397-D9AB-46CE-8959-49E35C322932}" type="presOf" srcId="{F9BE6159-CF22-49B7-9B1D-0F7D34EE14DB}" destId="{5542D400-AC7D-49E4-882F-45058A38647A}" srcOrd="0" destOrd="0" presId="urn:microsoft.com/office/officeart/2008/layout/LinedList"/>
    <dgm:cxn modelId="{68CD189E-33AD-4505-BC71-DDEED0ACED5E}" type="presOf" srcId="{0FB6B44E-53CA-4880-BD59-4AE97CF3DA9B}" destId="{9F359CDB-9384-4222-90C7-663A389C4ADE}" srcOrd="0" destOrd="0" presId="urn:microsoft.com/office/officeart/2008/layout/LinedList"/>
    <dgm:cxn modelId="{1B89DAD2-A5AD-43C1-8E02-8E7D6E7C1CE3}" type="presOf" srcId="{1B89E52E-A7B2-418D-A0C7-1A5FD4FB4D3C}" destId="{6E521FFD-47AF-4F5B-B833-7F4EA6540689}" srcOrd="0" destOrd="0" presId="urn:microsoft.com/office/officeart/2008/layout/LinedList"/>
    <dgm:cxn modelId="{25BAE0D7-5B6D-4BFA-987E-A1B7ED53DE02}" type="presOf" srcId="{9380B9B6-56C6-495B-8D5D-667BABF80BF0}" destId="{BE974104-27DD-4DFB-9A35-B811035148D4}" srcOrd="0" destOrd="0" presId="urn:microsoft.com/office/officeart/2008/layout/LinedList"/>
    <dgm:cxn modelId="{5FF837E0-4B57-4114-8A43-941F5ECD2F9E}" srcId="{1B89E52E-A7B2-418D-A0C7-1A5FD4FB4D3C}" destId="{0FB6B44E-53CA-4880-BD59-4AE97CF3DA9B}" srcOrd="0" destOrd="0" parTransId="{E1A2225E-FD96-4410-8C10-484CAD220301}" sibTransId="{DDD391C2-ED5D-4E1E-9239-E47B851E33D9}"/>
    <dgm:cxn modelId="{D12EEFE7-5A82-4A84-8EDB-99F52766B229}" type="presOf" srcId="{240CDC07-9412-458F-9862-BB15C63545A9}" destId="{FE3A9CA7-8040-48AF-8FEF-91C79104661A}" srcOrd="0" destOrd="0" presId="urn:microsoft.com/office/officeart/2008/layout/LinedList"/>
    <dgm:cxn modelId="{5FA3C1F2-8CC9-4B36-BF94-DE54C62CA9A2}" srcId="{1B89E52E-A7B2-418D-A0C7-1A5FD4FB4D3C}" destId="{54667A0D-344B-4DFF-A658-3048A21CA89D}" srcOrd="1" destOrd="0" parTransId="{6E6409C4-9389-4B3D-A345-7620A742124A}" sibTransId="{FA062C35-5DA0-4E32-B44B-BD4F23EB4B74}"/>
    <dgm:cxn modelId="{9C43C4F2-2CC8-4B8A-93EB-FE896648B182}" srcId="{1B89E52E-A7B2-418D-A0C7-1A5FD4FB4D3C}" destId="{9380B9B6-56C6-495B-8D5D-667BABF80BF0}" srcOrd="5" destOrd="0" parTransId="{CEB8B591-5176-46B0-8E77-F934F2998D13}" sibTransId="{47C306FB-1511-488F-B660-FFEED3407B39}"/>
    <dgm:cxn modelId="{E1A406F8-5ED4-43DD-A0D3-A800F1790CFC}" type="presOf" srcId="{54667A0D-344B-4DFF-A658-3048A21CA89D}" destId="{BB58B596-F3B4-4912-AA15-BB4F617FC5F2}" srcOrd="0" destOrd="0" presId="urn:microsoft.com/office/officeart/2008/layout/LinedList"/>
    <dgm:cxn modelId="{BBE1C00B-3955-4FA5-9623-AFC8AC74A444}" type="presParOf" srcId="{6E521FFD-47AF-4F5B-B833-7F4EA6540689}" destId="{BCEB5F83-FB85-43A6-89A6-84CA85F7095A}" srcOrd="0" destOrd="0" presId="urn:microsoft.com/office/officeart/2008/layout/LinedList"/>
    <dgm:cxn modelId="{A0B9BD8A-3A3C-45AB-88B7-9EAA1F5D609F}" type="presParOf" srcId="{6E521FFD-47AF-4F5B-B833-7F4EA6540689}" destId="{F048E318-2CC4-440A-A539-B66727AD5155}" srcOrd="1" destOrd="0" presId="urn:microsoft.com/office/officeart/2008/layout/LinedList"/>
    <dgm:cxn modelId="{5319BBAE-47BE-4E37-B529-FBA2085B9A88}" type="presParOf" srcId="{F048E318-2CC4-440A-A539-B66727AD5155}" destId="{9F359CDB-9384-4222-90C7-663A389C4ADE}" srcOrd="0" destOrd="0" presId="urn:microsoft.com/office/officeart/2008/layout/LinedList"/>
    <dgm:cxn modelId="{3ED2EFE2-CE89-477E-9DE7-3CF9C73E2A0A}" type="presParOf" srcId="{F048E318-2CC4-440A-A539-B66727AD5155}" destId="{D27AF4B1-EFC9-4081-802D-250BDF6507E3}" srcOrd="1" destOrd="0" presId="urn:microsoft.com/office/officeart/2008/layout/LinedList"/>
    <dgm:cxn modelId="{16DA33F9-8AE0-4E6F-B1C7-89B984F6B72F}" type="presParOf" srcId="{6E521FFD-47AF-4F5B-B833-7F4EA6540689}" destId="{FA45BC8E-282D-42F4-BCD0-C68D56B50D8D}" srcOrd="2" destOrd="0" presId="urn:microsoft.com/office/officeart/2008/layout/LinedList"/>
    <dgm:cxn modelId="{CFB4DB04-BFEA-43EE-8175-341DCF3D6EBE}" type="presParOf" srcId="{6E521FFD-47AF-4F5B-B833-7F4EA6540689}" destId="{C813A799-1617-45C5-899B-17B3E28F4736}" srcOrd="3" destOrd="0" presId="urn:microsoft.com/office/officeart/2008/layout/LinedList"/>
    <dgm:cxn modelId="{E6FB62B4-C7A0-4E95-B16F-818ECDE7E5DC}" type="presParOf" srcId="{C813A799-1617-45C5-899B-17B3E28F4736}" destId="{BB58B596-F3B4-4912-AA15-BB4F617FC5F2}" srcOrd="0" destOrd="0" presId="urn:microsoft.com/office/officeart/2008/layout/LinedList"/>
    <dgm:cxn modelId="{BDA952AF-72DD-496A-80A2-0E6F59F332DF}" type="presParOf" srcId="{C813A799-1617-45C5-899B-17B3E28F4736}" destId="{DC0603A5-5CAD-4C88-ABC0-9B69E72167EE}" srcOrd="1" destOrd="0" presId="urn:microsoft.com/office/officeart/2008/layout/LinedList"/>
    <dgm:cxn modelId="{88F82505-984C-40BF-AB59-B68878B91817}" type="presParOf" srcId="{6E521FFD-47AF-4F5B-B833-7F4EA6540689}" destId="{562D1001-DE66-4B13-861E-DA22A5BCB866}" srcOrd="4" destOrd="0" presId="urn:microsoft.com/office/officeart/2008/layout/LinedList"/>
    <dgm:cxn modelId="{859F7906-6837-4493-AE7F-9EF218232BBB}" type="presParOf" srcId="{6E521FFD-47AF-4F5B-B833-7F4EA6540689}" destId="{9CC7C0EA-6597-4ED8-B724-1469915C58BB}" srcOrd="5" destOrd="0" presId="urn:microsoft.com/office/officeart/2008/layout/LinedList"/>
    <dgm:cxn modelId="{1770919E-C1F1-4159-BC22-E86C88E8EF23}" type="presParOf" srcId="{9CC7C0EA-6597-4ED8-B724-1469915C58BB}" destId="{51923357-52E4-4E3D-8CAC-8E77D3D516FC}" srcOrd="0" destOrd="0" presId="urn:microsoft.com/office/officeart/2008/layout/LinedList"/>
    <dgm:cxn modelId="{ACD72324-3E46-4C50-9644-F2B566732028}" type="presParOf" srcId="{9CC7C0EA-6597-4ED8-B724-1469915C58BB}" destId="{3FE7AC64-339F-4F17-BDCB-5A521ED26E5B}" srcOrd="1" destOrd="0" presId="urn:microsoft.com/office/officeart/2008/layout/LinedList"/>
    <dgm:cxn modelId="{A5F97A1D-D960-4C60-BB39-77383BB621EC}" type="presParOf" srcId="{6E521FFD-47AF-4F5B-B833-7F4EA6540689}" destId="{E3C5B479-5F8B-413C-9B90-2AC4AD9DE53B}" srcOrd="6" destOrd="0" presId="urn:microsoft.com/office/officeart/2008/layout/LinedList"/>
    <dgm:cxn modelId="{FFD3C599-8A3B-49D5-96BC-52D7ED1B219F}" type="presParOf" srcId="{6E521FFD-47AF-4F5B-B833-7F4EA6540689}" destId="{2F690085-E916-4E2D-9447-7814328F2248}" srcOrd="7" destOrd="0" presId="urn:microsoft.com/office/officeart/2008/layout/LinedList"/>
    <dgm:cxn modelId="{3E46C313-5761-4EF1-829A-5AEC65DAC562}" type="presParOf" srcId="{2F690085-E916-4E2D-9447-7814328F2248}" destId="{5542D400-AC7D-49E4-882F-45058A38647A}" srcOrd="0" destOrd="0" presId="urn:microsoft.com/office/officeart/2008/layout/LinedList"/>
    <dgm:cxn modelId="{F45D9A81-76E9-4C9F-9F83-B6D02EC853DF}" type="presParOf" srcId="{2F690085-E916-4E2D-9447-7814328F2248}" destId="{1418B165-FED1-4A13-BAA8-3D67EB54F067}" srcOrd="1" destOrd="0" presId="urn:microsoft.com/office/officeart/2008/layout/LinedList"/>
    <dgm:cxn modelId="{FBADFC52-26EF-4ADB-A27C-2173BF0EE454}" type="presParOf" srcId="{6E521FFD-47AF-4F5B-B833-7F4EA6540689}" destId="{EEFB1996-5EFC-45D0-86D1-D80BC27FBBAC}" srcOrd="8" destOrd="0" presId="urn:microsoft.com/office/officeart/2008/layout/LinedList"/>
    <dgm:cxn modelId="{171F5BEA-8ABE-452D-9C18-958CCCB99D11}" type="presParOf" srcId="{6E521FFD-47AF-4F5B-B833-7F4EA6540689}" destId="{F8802054-C491-4970-9BBC-7F84CA6F0AA9}" srcOrd="9" destOrd="0" presId="urn:microsoft.com/office/officeart/2008/layout/LinedList"/>
    <dgm:cxn modelId="{F7B3E91B-FF2D-4E17-8275-C3A5ADF87E80}" type="presParOf" srcId="{F8802054-C491-4970-9BBC-7F84CA6F0AA9}" destId="{FE3A9CA7-8040-48AF-8FEF-91C79104661A}" srcOrd="0" destOrd="0" presId="urn:microsoft.com/office/officeart/2008/layout/LinedList"/>
    <dgm:cxn modelId="{ED309778-08B3-409A-B99F-AE5E19444B9C}" type="presParOf" srcId="{F8802054-C491-4970-9BBC-7F84CA6F0AA9}" destId="{021C9A58-E85B-4D5A-8EBC-EC79B2EAA0D9}" srcOrd="1" destOrd="0" presId="urn:microsoft.com/office/officeart/2008/layout/LinedList"/>
    <dgm:cxn modelId="{005C4A9A-6AD4-4E89-B00B-B43FCD6EE0C6}" type="presParOf" srcId="{6E521FFD-47AF-4F5B-B833-7F4EA6540689}" destId="{2F0C3B56-7BFD-414A-A751-99C889DD61FF}" srcOrd="10" destOrd="0" presId="urn:microsoft.com/office/officeart/2008/layout/LinedList"/>
    <dgm:cxn modelId="{56EC93A4-1915-40BD-89B8-B60FF4494A53}" type="presParOf" srcId="{6E521FFD-47AF-4F5B-B833-7F4EA6540689}" destId="{4AC6B973-75CC-455C-91D9-FC5210B850BB}" srcOrd="11" destOrd="0" presId="urn:microsoft.com/office/officeart/2008/layout/LinedList"/>
    <dgm:cxn modelId="{5EC89AE7-6A8A-4479-A955-B4DC385C45D8}" type="presParOf" srcId="{4AC6B973-75CC-455C-91D9-FC5210B850BB}" destId="{BE974104-27DD-4DFB-9A35-B811035148D4}" srcOrd="0" destOrd="0" presId="urn:microsoft.com/office/officeart/2008/layout/LinedList"/>
    <dgm:cxn modelId="{94931BD7-8677-486B-B943-0BE113E28D37}" type="presParOf" srcId="{4AC6B973-75CC-455C-91D9-FC5210B850BB}" destId="{1DEF3294-90D3-4238-9882-98A77CB25A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DEEEE6E-59AC-4D8D-BD8B-7569FDF20A6C}" type="doc">
      <dgm:prSet loTypeId="urn:microsoft.com/office/officeart/2018/2/layout/IconVerticalSolidList" loCatId="icon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49F09DB3-08FC-40B2-91FE-C94D78DCAB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JavaScript: Interactividad y comportamiento</a:t>
          </a:r>
          <a:endParaRPr lang="en-US"/>
        </a:p>
      </dgm:t>
    </dgm:pt>
    <dgm:pt modelId="{845B11FA-A5D9-4C61-842E-7553174880B5}" type="parTrans" cxnId="{2FF10CB3-417E-4F39-B781-E4C94D01FACA}">
      <dgm:prSet/>
      <dgm:spPr/>
      <dgm:t>
        <a:bodyPr/>
        <a:lstStyle/>
        <a:p>
          <a:endParaRPr lang="en-US"/>
        </a:p>
      </dgm:t>
    </dgm:pt>
    <dgm:pt modelId="{D9570ADD-D659-4910-9EEC-3639A589F235}" type="sibTrans" cxnId="{2FF10CB3-417E-4F39-B781-E4C94D01FACA}">
      <dgm:prSet/>
      <dgm:spPr/>
      <dgm:t>
        <a:bodyPr/>
        <a:lstStyle/>
        <a:p>
          <a:endParaRPr lang="en-US"/>
        </a:p>
      </dgm:t>
    </dgm:pt>
    <dgm:pt modelId="{1DE79FCB-8342-4D75-9881-9641B5E1FD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Responde a acciones del usuario • Modifica HTML y CSS dinámicamente • Valida formularios • Crea animaciones • Comunica con servidores</a:t>
          </a:r>
        </a:p>
      </dgm:t>
    </dgm:pt>
    <dgm:pt modelId="{A0DC3B24-368B-430E-B203-CB923D91B455}" type="parTrans" cxnId="{2E6880EC-2AB3-4353-8B0F-BFF12F23BF74}">
      <dgm:prSet/>
      <dgm:spPr/>
      <dgm:t>
        <a:bodyPr/>
        <a:lstStyle/>
        <a:p>
          <a:endParaRPr lang="en-US"/>
        </a:p>
      </dgm:t>
    </dgm:pt>
    <dgm:pt modelId="{5F5371C6-E0BA-4BD5-B6E4-B5035BCC8949}" type="sibTrans" cxnId="{2E6880EC-2AB3-4353-8B0F-BFF12F23BF74}">
      <dgm:prSet/>
      <dgm:spPr/>
      <dgm:t>
        <a:bodyPr/>
        <a:lstStyle/>
        <a:p>
          <a:endParaRPr lang="en-US"/>
        </a:p>
      </dgm:t>
    </dgm:pt>
    <dgm:pt modelId="{B7D46681-3E9C-4369-8BCB-17AA67BEA132}" type="pres">
      <dgm:prSet presAssocID="{7DEEEE6E-59AC-4D8D-BD8B-7569FDF20A6C}" presName="root" presStyleCnt="0">
        <dgm:presLayoutVars>
          <dgm:dir/>
          <dgm:resizeHandles val="exact"/>
        </dgm:presLayoutVars>
      </dgm:prSet>
      <dgm:spPr/>
    </dgm:pt>
    <dgm:pt modelId="{0340A7FD-F075-401C-99F5-6C0232CE5C6B}" type="pres">
      <dgm:prSet presAssocID="{49F09DB3-08FC-40B2-91FE-C94D78DCAB56}" presName="compNode" presStyleCnt="0"/>
      <dgm:spPr/>
    </dgm:pt>
    <dgm:pt modelId="{FA137BFE-1C01-4868-BA39-EF540F137603}" type="pres">
      <dgm:prSet presAssocID="{49F09DB3-08FC-40B2-91FE-C94D78DCAB56}" presName="bgRect" presStyleLbl="bgShp" presStyleIdx="0" presStyleCnt="2"/>
      <dgm:spPr/>
    </dgm:pt>
    <dgm:pt modelId="{2B9F1350-6C48-4180-9D6A-CC2BD094AE9C}" type="pres">
      <dgm:prSet presAssocID="{49F09DB3-08FC-40B2-91FE-C94D78DCAB5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A42834BE-6A25-4B94-90C6-922A804EE28F}" type="pres">
      <dgm:prSet presAssocID="{49F09DB3-08FC-40B2-91FE-C94D78DCAB56}" presName="spaceRect" presStyleCnt="0"/>
      <dgm:spPr/>
    </dgm:pt>
    <dgm:pt modelId="{7801180B-2A67-4925-86C9-B0C1FB069C8D}" type="pres">
      <dgm:prSet presAssocID="{49F09DB3-08FC-40B2-91FE-C94D78DCAB56}" presName="parTx" presStyleLbl="revTx" presStyleIdx="0" presStyleCnt="2">
        <dgm:presLayoutVars>
          <dgm:chMax val="0"/>
          <dgm:chPref val="0"/>
        </dgm:presLayoutVars>
      </dgm:prSet>
      <dgm:spPr/>
    </dgm:pt>
    <dgm:pt modelId="{DD2E9E83-64EE-4117-8549-EA022C16CA27}" type="pres">
      <dgm:prSet presAssocID="{D9570ADD-D659-4910-9EEC-3639A589F235}" presName="sibTrans" presStyleCnt="0"/>
      <dgm:spPr/>
    </dgm:pt>
    <dgm:pt modelId="{E95F52D2-BF7C-4761-A4C5-4FBDC6AC8F22}" type="pres">
      <dgm:prSet presAssocID="{1DE79FCB-8342-4D75-9881-9641B5E1FDE4}" presName="compNode" presStyleCnt="0"/>
      <dgm:spPr/>
    </dgm:pt>
    <dgm:pt modelId="{469EBD33-17DC-4DEC-A3CF-C506DEEC8341}" type="pres">
      <dgm:prSet presAssocID="{1DE79FCB-8342-4D75-9881-9641B5E1FDE4}" presName="bgRect" presStyleLbl="bgShp" presStyleIdx="1" presStyleCnt="2"/>
      <dgm:spPr/>
    </dgm:pt>
    <dgm:pt modelId="{E1AAE5EE-AEF6-42A7-A165-6DEF6458FABE}" type="pres">
      <dgm:prSet presAssocID="{1DE79FCB-8342-4D75-9881-9641B5E1FDE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34381E80-96DB-421E-A741-E2960CD4A0E4}" type="pres">
      <dgm:prSet presAssocID="{1DE79FCB-8342-4D75-9881-9641B5E1FDE4}" presName="spaceRect" presStyleCnt="0"/>
      <dgm:spPr/>
    </dgm:pt>
    <dgm:pt modelId="{C07DA2F8-CD4A-471E-B6F5-F7C9278D4B4B}" type="pres">
      <dgm:prSet presAssocID="{1DE79FCB-8342-4D75-9881-9641B5E1FD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1F33864-E8A8-40F7-AEF7-8C91B478BE85}" type="presOf" srcId="{1DE79FCB-8342-4D75-9881-9641B5E1FDE4}" destId="{C07DA2F8-CD4A-471E-B6F5-F7C9278D4B4B}" srcOrd="0" destOrd="0" presId="urn:microsoft.com/office/officeart/2018/2/layout/IconVerticalSolidList"/>
    <dgm:cxn modelId="{C6E70171-9B85-4B27-9BA4-B1017AD2600F}" type="presOf" srcId="{7DEEEE6E-59AC-4D8D-BD8B-7569FDF20A6C}" destId="{B7D46681-3E9C-4369-8BCB-17AA67BEA132}" srcOrd="0" destOrd="0" presId="urn:microsoft.com/office/officeart/2018/2/layout/IconVerticalSolidList"/>
    <dgm:cxn modelId="{FB15C0AA-070B-4D3C-809A-BB3CCB1B2264}" type="presOf" srcId="{49F09DB3-08FC-40B2-91FE-C94D78DCAB56}" destId="{7801180B-2A67-4925-86C9-B0C1FB069C8D}" srcOrd="0" destOrd="0" presId="urn:microsoft.com/office/officeart/2018/2/layout/IconVerticalSolidList"/>
    <dgm:cxn modelId="{2FF10CB3-417E-4F39-B781-E4C94D01FACA}" srcId="{7DEEEE6E-59AC-4D8D-BD8B-7569FDF20A6C}" destId="{49F09DB3-08FC-40B2-91FE-C94D78DCAB56}" srcOrd="0" destOrd="0" parTransId="{845B11FA-A5D9-4C61-842E-7553174880B5}" sibTransId="{D9570ADD-D659-4910-9EEC-3639A589F235}"/>
    <dgm:cxn modelId="{2E6880EC-2AB3-4353-8B0F-BFF12F23BF74}" srcId="{7DEEEE6E-59AC-4D8D-BD8B-7569FDF20A6C}" destId="{1DE79FCB-8342-4D75-9881-9641B5E1FDE4}" srcOrd="1" destOrd="0" parTransId="{A0DC3B24-368B-430E-B203-CB923D91B455}" sibTransId="{5F5371C6-E0BA-4BD5-B6E4-B5035BCC8949}"/>
    <dgm:cxn modelId="{6BAC6800-101B-40D2-8089-C89AAD90C20A}" type="presParOf" srcId="{B7D46681-3E9C-4369-8BCB-17AA67BEA132}" destId="{0340A7FD-F075-401C-99F5-6C0232CE5C6B}" srcOrd="0" destOrd="0" presId="urn:microsoft.com/office/officeart/2018/2/layout/IconVerticalSolidList"/>
    <dgm:cxn modelId="{8B4041CC-6FA1-4CCD-A9B4-F40DA840B28A}" type="presParOf" srcId="{0340A7FD-F075-401C-99F5-6C0232CE5C6B}" destId="{FA137BFE-1C01-4868-BA39-EF540F137603}" srcOrd="0" destOrd="0" presId="urn:microsoft.com/office/officeart/2018/2/layout/IconVerticalSolidList"/>
    <dgm:cxn modelId="{B89615A6-269D-4DE3-B93E-BDB7EF9C429D}" type="presParOf" srcId="{0340A7FD-F075-401C-99F5-6C0232CE5C6B}" destId="{2B9F1350-6C48-4180-9D6A-CC2BD094AE9C}" srcOrd="1" destOrd="0" presId="urn:microsoft.com/office/officeart/2018/2/layout/IconVerticalSolidList"/>
    <dgm:cxn modelId="{83B4741A-0F56-4D7E-822E-A3109B3A099A}" type="presParOf" srcId="{0340A7FD-F075-401C-99F5-6C0232CE5C6B}" destId="{A42834BE-6A25-4B94-90C6-922A804EE28F}" srcOrd="2" destOrd="0" presId="urn:microsoft.com/office/officeart/2018/2/layout/IconVerticalSolidList"/>
    <dgm:cxn modelId="{7E4CFA5E-5760-459C-92FC-EE51F02D6ED5}" type="presParOf" srcId="{0340A7FD-F075-401C-99F5-6C0232CE5C6B}" destId="{7801180B-2A67-4925-86C9-B0C1FB069C8D}" srcOrd="3" destOrd="0" presId="urn:microsoft.com/office/officeart/2018/2/layout/IconVerticalSolidList"/>
    <dgm:cxn modelId="{6C596BC4-FEF5-4FE1-A01E-7FF03BEDD69B}" type="presParOf" srcId="{B7D46681-3E9C-4369-8BCB-17AA67BEA132}" destId="{DD2E9E83-64EE-4117-8549-EA022C16CA27}" srcOrd="1" destOrd="0" presId="urn:microsoft.com/office/officeart/2018/2/layout/IconVerticalSolidList"/>
    <dgm:cxn modelId="{A042EBB9-B389-4D4C-B290-8413A42547FA}" type="presParOf" srcId="{B7D46681-3E9C-4369-8BCB-17AA67BEA132}" destId="{E95F52D2-BF7C-4761-A4C5-4FBDC6AC8F22}" srcOrd="2" destOrd="0" presId="urn:microsoft.com/office/officeart/2018/2/layout/IconVerticalSolidList"/>
    <dgm:cxn modelId="{6A55E0F3-CF59-402F-BEC9-58F3D9628B6B}" type="presParOf" srcId="{E95F52D2-BF7C-4761-A4C5-4FBDC6AC8F22}" destId="{469EBD33-17DC-4DEC-A3CF-C506DEEC8341}" srcOrd="0" destOrd="0" presId="urn:microsoft.com/office/officeart/2018/2/layout/IconVerticalSolidList"/>
    <dgm:cxn modelId="{459C426A-EA95-4239-86DF-3EEB54E9C340}" type="presParOf" srcId="{E95F52D2-BF7C-4761-A4C5-4FBDC6AC8F22}" destId="{E1AAE5EE-AEF6-42A7-A165-6DEF6458FABE}" srcOrd="1" destOrd="0" presId="urn:microsoft.com/office/officeart/2018/2/layout/IconVerticalSolidList"/>
    <dgm:cxn modelId="{C7BC517C-85C8-4E62-B77F-CF65AD474EB8}" type="presParOf" srcId="{E95F52D2-BF7C-4761-A4C5-4FBDC6AC8F22}" destId="{34381E80-96DB-421E-A741-E2960CD4A0E4}" srcOrd="2" destOrd="0" presId="urn:microsoft.com/office/officeart/2018/2/layout/IconVerticalSolidList"/>
    <dgm:cxn modelId="{96CE67E9-3B12-4F78-81C7-E7247EA6544B}" type="presParOf" srcId="{E95F52D2-BF7C-4761-A4C5-4FBDC6AC8F22}" destId="{C07DA2F8-CD4A-471E-B6F5-F7C9278D4B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1DCB30-4523-4401-AB6E-0D3681D57496}" type="doc">
      <dgm:prSet loTypeId="urn:microsoft.com/office/officeart/2005/8/layout/vList2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4CCC0EC0-7A7F-43D4-9E17-3C4BB78D3A62}">
      <dgm:prSet/>
      <dgm:spPr/>
      <dgm:t>
        <a:bodyPr/>
        <a:lstStyle/>
        <a:p>
          <a:r>
            <a:rPr lang="en-US"/>
            <a:t>✓ Esta línea muestra una ventana emergente (alert box)</a:t>
          </a:r>
        </a:p>
      </dgm:t>
    </dgm:pt>
    <dgm:pt modelId="{F131BCD2-2A64-49F3-A764-B19DAE14D4F3}" type="parTrans" cxnId="{C972B3AC-B568-4CFE-9E3C-F9CE1009A254}">
      <dgm:prSet/>
      <dgm:spPr/>
      <dgm:t>
        <a:bodyPr/>
        <a:lstStyle/>
        <a:p>
          <a:endParaRPr lang="en-US"/>
        </a:p>
      </dgm:t>
    </dgm:pt>
    <dgm:pt modelId="{1FDC9D60-FA6B-46C6-967A-E8A8CBB3311F}" type="sibTrans" cxnId="{C972B3AC-B568-4CFE-9E3C-F9CE1009A254}">
      <dgm:prSet/>
      <dgm:spPr/>
      <dgm:t>
        <a:bodyPr/>
        <a:lstStyle/>
        <a:p>
          <a:endParaRPr lang="en-US"/>
        </a:p>
      </dgm:t>
    </dgm:pt>
    <dgm:pt modelId="{92567916-18AC-4BE3-A9E9-584D7900DB9C}">
      <dgm:prSet/>
      <dgm:spPr/>
      <dgm:t>
        <a:bodyPr/>
        <a:lstStyle/>
        <a:p>
          <a:r>
            <a:rPr lang="en-US"/>
            <a:t>✓ El texto entre comillas es lo que se muestra</a:t>
          </a:r>
        </a:p>
      </dgm:t>
    </dgm:pt>
    <dgm:pt modelId="{A05D88A5-9C9C-4BB1-B5C2-C5E064F3AD8B}" type="parTrans" cxnId="{A613BF2D-88EF-4A2B-8D83-C690E3E6B6A9}">
      <dgm:prSet/>
      <dgm:spPr/>
      <dgm:t>
        <a:bodyPr/>
        <a:lstStyle/>
        <a:p>
          <a:endParaRPr lang="en-US"/>
        </a:p>
      </dgm:t>
    </dgm:pt>
    <dgm:pt modelId="{D9FB21D8-BBF1-43EC-A98C-9C6BD43975A2}" type="sibTrans" cxnId="{A613BF2D-88EF-4A2B-8D83-C690E3E6B6A9}">
      <dgm:prSet/>
      <dgm:spPr/>
      <dgm:t>
        <a:bodyPr/>
        <a:lstStyle/>
        <a:p>
          <a:endParaRPr lang="en-US"/>
        </a:p>
      </dgm:t>
    </dgm:pt>
    <dgm:pt modelId="{5B02CB51-26EC-48D9-BE32-E0EABDDF230C}">
      <dgm:prSet/>
      <dgm:spPr/>
      <dgm:t>
        <a:bodyPr/>
        <a:lstStyle/>
        <a:p>
          <a:r>
            <a:rPr lang="en-US"/>
            <a:t>✓ Los paréntesis contienen el parámetro</a:t>
          </a:r>
        </a:p>
      </dgm:t>
    </dgm:pt>
    <dgm:pt modelId="{D0514358-ECE8-4FD6-BDE7-6DC241404875}" type="parTrans" cxnId="{362210CF-A5C2-4A04-A3DF-8DF5F175045B}">
      <dgm:prSet/>
      <dgm:spPr/>
      <dgm:t>
        <a:bodyPr/>
        <a:lstStyle/>
        <a:p>
          <a:endParaRPr lang="en-US"/>
        </a:p>
      </dgm:t>
    </dgm:pt>
    <dgm:pt modelId="{99C71926-B1A3-487B-A6B1-F8965E7B0BBC}" type="sibTrans" cxnId="{362210CF-A5C2-4A04-A3DF-8DF5F175045B}">
      <dgm:prSet/>
      <dgm:spPr/>
      <dgm:t>
        <a:bodyPr/>
        <a:lstStyle/>
        <a:p>
          <a:endParaRPr lang="en-US"/>
        </a:p>
      </dgm:t>
    </dgm:pt>
    <dgm:pt modelId="{D307CBA7-E043-47A0-9427-6623CC6A02EB}">
      <dgm:prSet/>
      <dgm:spPr/>
      <dgm:t>
        <a:bodyPr/>
        <a:lstStyle/>
        <a:p>
          <a:r>
            <a:rPr lang="en-US" dirty="0"/>
            <a:t>✓ El punto y coma (;) termina la </a:t>
          </a:r>
          <a:r>
            <a:rPr lang="en-US" dirty="0" err="1"/>
            <a:t>instrucción</a:t>
          </a:r>
          <a:r>
            <a:rPr lang="en-US" dirty="0"/>
            <a:t> (no </a:t>
          </a:r>
          <a:r>
            <a:rPr lang="en-US" dirty="0" err="1"/>
            <a:t>obligatorio</a:t>
          </a:r>
          <a:r>
            <a:rPr lang="en-US" dirty="0"/>
            <a:t>)</a:t>
          </a:r>
        </a:p>
      </dgm:t>
    </dgm:pt>
    <dgm:pt modelId="{439C6775-EB50-401B-AB58-F343C3D099CA}" type="parTrans" cxnId="{C317EADA-7511-45BC-88AB-5C05D0ECCF4B}">
      <dgm:prSet/>
      <dgm:spPr/>
      <dgm:t>
        <a:bodyPr/>
        <a:lstStyle/>
        <a:p>
          <a:endParaRPr lang="en-US"/>
        </a:p>
      </dgm:t>
    </dgm:pt>
    <dgm:pt modelId="{F02D3266-7E75-4096-BACE-F910F2AF41A3}" type="sibTrans" cxnId="{C317EADA-7511-45BC-88AB-5C05D0ECCF4B}">
      <dgm:prSet/>
      <dgm:spPr/>
      <dgm:t>
        <a:bodyPr/>
        <a:lstStyle/>
        <a:p>
          <a:endParaRPr lang="en-US"/>
        </a:p>
      </dgm:t>
    </dgm:pt>
    <dgm:pt modelId="{D91DA152-9B8F-408B-8E91-DDF2C38510EB}" type="pres">
      <dgm:prSet presAssocID="{2B1DCB30-4523-4401-AB6E-0D3681D57496}" presName="linear" presStyleCnt="0">
        <dgm:presLayoutVars>
          <dgm:animLvl val="lvl"/>
          <dgm:resizeHandles val="exact"/>
        </dgm:presLayoutVars>
      </dgm:prSet>
      <dgm:spPr/>
    </dgm:pt>
    <dgm:pt modelId="{43AF2CAE-C2C1-40A7-B569-1BCE18F35E31}" type="pres">
      <dgm:prSet presAssocID="{4CCC0EC0-7A7F-43D4-9E17-3C4BB78D3A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EF206E-CCB7-4E42-AB5E-275BB3A21852}" type="pres">
      <dgm:prSet presAssocID="{1FDC9D60-FA6B-46C6-967A-E8A8CBB3311F}" presName="spacer" presStyleCnt="0"/>
      <dgm:spPr/>
    </dgm:pt>
    <dgm:pt modelId="{6415F4B7-F2DD-4308-8C74-8A9B2B150E54}" type="pres">
      <dgm:prSet presAssocID="{92567916-18AC-4BE3-A9E9-584D7900DB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976992-E46F-459C-8AF5-C86E8CDF5CD5}" type="pres">
      <dgm:prSet presAssocID="{D9FB21D8-BBF1-43EC-A98C-9C6BD43975A2}" presName="spacer" presStyleCnt="0"/>
      <dgm:spPr/>
    </dgm:pt>
    <dgm:pt modelId="{825D39C5-F064-4E90-BCC3-64392B6DC50E}" type="pres">
      <dgm:prSet presAssocID="{5B02CB51-26EC-48D9-BE32-E0EABDDF230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A57300-41D7-4DD4-B839-5B6503BECA23}" type="pres">
      <dgm:prSet presAssocID="{99C71926-B1A3-487B-A6B1-F8965E7B0BBC}" presName="spacer" presStyleCnt="0"/>
      <dgm:spPr/>
    </dgm:pt>
    <dgm:pt modelId="{ACAD353A-C079-490A-9C6E-8CEC54EBFC40}" type="pres">
      <dgm:prSet presAssocID="{D307CBA7-E043-47A0-9427-6623CC6A02E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FF5C0E-41D2-455B-B132-02E18145216B}" type="presOf" srcId="{2B1DCB30-4523-4401-AB6E-0D3681D57496}" destId="{D91DA152-9B8F-408B-8E91-DDF2C38510EB}" srcOrd="0" destOrd="0" presId="urn:microsoft.com/office/officeart/2005/8/layout/vList2"/>
    <dgm:cxn modelId="{EE9A5A25-B15E-424F-BC05-5F16F35CB004}" type="presOf" srcId="{5B02CB51-26EC-48D9-BE32-E0EABDDF230C}" destId="{825D39C5-F064-4E90-BCC3-64392B6DC50E}" srcOrd="0" destOrd="0" presId="urn:microsoft.com/office/officeart/2005/8/layout/vList2"/>
    <dgm:cxn modelId="{A613BF2D-88EF-4A2B-8D83-C690E3E6B6A9}" srcId="{2B1DCB30-4523-4401-AB6E-0D3681D57496}" destId="{92567916-18AC-4BE3-A9E9-584D7900DB9C}" srcOrd="1" destOrd="0" parTransId="{A05D88A5-9C9C-4BB1-B5C2-C5E064F3AD8B}" sibTransId="{D9FB21D8-BBF1-43EC-A98C-9C6BD43975A2}"/>
    <dgm:cxn modelId="{3DC8E83A-CBA4-4130-9E75-4C2338A0DD7A}" type="presOf" srcId="{4CCC0EC0-7A7F-43D4-9E17-3C4BB78D3A62}" destId="{43AF2CAE-C2C1-40A7-B569-1BCE18F35E31}" srcOrd="0" destOrd="0" presId="urn:microsoft.com/office/officeart/2005/8/layout/vList2"/>
    <dgm:cxn modelId="{245F1B69-F466-416F-B91C-01618B0D769A}" type="presOf" srcId="{D307CBA7-E043-47A0-9427-6623CC6A02EB}" destId="{ACAD353A-C079-490A-9C6E-8CEC54EBFC40}" srcOrd="0" destOrd="0" presId="urn:microsoft.com/office/officeart/2005/8/layout/vList2"/>
    <dgm:cxn modelId="{C972B3AC-B568-4CFE-9E3C-F9CE1009A254}" srcId="{2B1DCB30-4523-4401-AB6E-0D3681D57496}" destId="{4CCC0EC0-7A7F-43D4-9E17-3C4BB78D3A62}" srcOrd="0" destOrd="0" parTransId="{F131BCD2-2A64-49F3-A764-B19DAE14D4F3}" sibTransId="{1FDC9D60-FA6B-46C6-967A-E8A8CBB3311F}"/>
    <dgm:cxn modelId="{362210CF-A5C2-4A04-A3DF-8DF5F175045B}" srcId="{2B1DCB30-4523-4401-AB6E-0D3681D57496}" destId="{5B02CB51-26EC-48D9-BE32-E0EABDDF230C}" srcOrd="2" destOrd="0" parTransId="{D0514358-ECE8-4FD6-BDE7-6DC241404875}" sibTransId="{99C71926-B1A3-487B-A6B1-F8965E7B0BBC}"/>
    <dgm:cxn modelId="{585D6BD3-E3FA-43A2-929C-14328A29A1A8}" type="presOf" srcId="{92567916-18AC-4BE3-A9E9-584D7900DB9C}" destId="{6415F4B7-F2DD-4308-8C74-8A9B2B150E54}" srcOrd="0" destOrd="0" presId="urn:microsoft.com/office/officeart/2005/8/layout/vList2"/>
    <dgm:cxn modelId="{C317EADA-7511-45BC-88AB-5C05D0ECCF4B}" srcId="{2B1DCB30-4523-4401-AB6E-0D3681D57496}" destId="{D307CBA7-E043-47A0-9427-6623CC6A02EB}" srcOrd="3" destOrd="0" parTransId="{439C6775-EB50-401B-AB58-F343C3D099CA}" sibTransId="{F02D3266-7E75-4096-BACE-F910F2AF41A3}"/>
    <dgm:cxn modelId="{35AF6E91-95B2-4730-9CA9-8ABB6E7D9CF0}" type="presParOf" srcId="{D91DA152-9B8F-408B-8E91-DDF2C38510EB}" destId="{43AF2CAE-C2C1-40A7-B569-1BCE18F35E31}" srcOrd="0" destOrd="0" presId="urn:microsoft.com/office/officeart/2005/8/layout/vList2"/>
    <dgm:cxn modelId="{21326DA9-C3A8-4BC5-902C-CE5BC4177C97}" type="presParOf" srcId="{D91DA152-9B8F-408B-8E91-DDF2C38510EB}" destId="{71EF206E-CCB7-4E42-AB5E-275BB3A21852}" srcOrd="1" destOrd="0" presId="urn:microsoft.com/office/officeart/2005/8/layout/vList2"/>
    <dgm:cxn modelId="{67C58559-FB3C-4866-AE9B-22277E364ACE}" type="presParOf" srcId="{D91DA152-9B8F-408B-8E91-DDF2C38510EB}" destId="{6415F4B7-F2DD-4308-8C74-8A9B2B150E54}" srcOrd="2" destOrd="0" presId="urn:microsoft.com/office/officeart/2005/8/layout/vList2"/>
    <dgm:cxn modelId="{25DE9B18-61F4-4254-BE33-D16EDDFA1F80}" type="presParOf" srcId="{D91DA152-9B8F-408B-8E91-DDF2C38510EB}" destId="{EE976992-E46F-459C-8AF5-C86E8CDF5CD5}" srcOrd="3" destOrd="0" presId="urn:microsoft.com/office/officeart/2005/8/layout/vList2"/>
    <dgm:cxn modelId="{28E187AC-B5F7-4985-BA9B-23562658BFA5}" type="presParOf" srcId="{D91DA152-9B8F-408B-8E91-DDF2C38510EB}" destId="{825D39C5-F064-4E90-BCC3-64392B6DC50E}" srcOrd="4" destOrd="0" presId="urn:microsoft.com/office/officeart/2005/8/layout/vList2"/>
    <dgm:cxn modelId="{63E9C15D-14B7-4DA4-9F8D-98AB9BD131CF}" type="presParOf" srcId="{D91DA152-9B8F-408B-8E91-DDF2C38510EB}" destId="{65A57300-41D7-4DD4-B839-5B6503BECA23}" srcOrd="5" destOrd="0" presId="urn:microsoft.com/office/officeart/2005/8/layout/vList2"/>
    <dgm:cxn modelId="{723D35E8-E736-4BE5-AE05-D30FCB09912C}" type="presParOf" srcId="{D91DA152-9B8F-408B-8E91-DDF2C38510EB}" destId="{ACAD353A-C079-490A-9C6E-8CEC54EBFC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8A906DF-2CA0-4970-B460-1E40E59270B4}" type="doc">
      <dgm:prSet loTypeId="urn:microsoft.com/office/officeart/2005/8/layout/vList2" loCatId="list" qsTypeId="urn:microsoft.com/office/officeart/2005/8/quickstyle/simple1#10" qsCatId="simple" csTypeId="urn:microsoft.com/office/officeart/2005/8/colors/accent1_2#10" csCatId="accent1"/>
      <dgm:spPr/>
      <dgm:t>
        <a:bodyPr/>
        <a:lstStyle/>
        <a:p>
          <a:endParaRPr lang="en-US"/>
        </a:p>
      </dgm:t>
    </dgm:pt>
    <dgm:pt modelId="{67EFD09B-29AB-4601-A30B-803EE77551F5}">
      <dgm:prSet/>
      <dgm:spPr/>
      <dgm:t>
        <a:bodyPr/>
        <a:lstStyle/>
        <a:p>
          <a:r>
            <a:rPr lang="en-US"/>
            <a:t>▪ En etiqueta &lt;script&gt; dentro de HTML</a:t>
          </a:r>
        </a:p>
      </dgm:t>
    </dgm:pt>
    <dgm:pt modelId="{74F7BE3F-5D47-492E-81B7-DE3303F96B31}" type="parTrans" cxnId="{FE905DF7-9127-4018-B126-D76BBFC74455}">
      <dgm:prSet/>
      <dgm:spPr/>
      <dgm:t>
        <a:bodyPr/>
        <a:lstStyle/>
        <a:p>
          <a:endParaRPr lang="en-US"/>
        </a:p>
      </dgm:t>
    </dgm:pt>
    <dgm:pt modelId="{6F505418-0520-444F-B1A7-BB88EEF38F34}" type="sibTrans" cxnId="{FE905DF7-9127-4018-B126-D76BBFC74455}">
      <dgm:prSet/>
      <dgm:spPr/>
      <dgm:t>
        <a:bodyPr/>
        <a:lstStyle/>
        <a:p>
          <a:endParaRPr lang="en-US"/>
        </a:p>
      </dgm:t>
    </dgm:pt>
    <dgm:pt modelId="{DBEAFF07-1096-4914-B16C-42D13BA06028}">
      <dgm:prSet/>
      <dgm:spPr/>
      <dgm:t>
        <a:bodyPr/>
        <a:lstStyle/>
        <a:p>
          <a:r>
            <a:rPr lang="en-US"/>
            <a:t>▪ En archivos separados con extensión .js</a:t>
          </a:r>
        </a:p>
      </dgm:t>
    </dgm:pt>
    <dgm:pt modelId="{04902F36-2C37-42C2-B628-827BCBB34C61}" type="parTrans" cxnId="{20427A90-B7D7-43F3-B72A-781B20AF49BA}">
      <dgm:prSet/>
      <dgm:spPr/>
      <dgm:t>
        <a:bodyPr/>
        <a:lstStyle/>
        <a:p>
          <a:endParaRPr lang="en-US"/>
        </a:p>
      </dgm:t>
    </dgm:pt>
    <dgm:pt modelId="{0A973D9D-9351-4FBC-BB2D-87DF59135742}" type="sibTrans" cxnId="{20427A90-B7D7-43F3-B72A-781B20AF49BA}">
      <dgm:prSet/>
      <dgm:spPr/>
      <dgm:t>
        <a:bodyPr/>
        <a:lstStyle/>
        <a:p>
          <a:endParaRPr lang="en-US"/>
        </a:p>
      </dgm:t>
    </dgm:pt>
    <dgm:pt modelId="{CF86F910-BD11-4A2E-9330-FD3FB8764ED7}">
      <dgm:prSet/>
      <dgm:spPr/>
      <dgm:t>
        <a:bodyPr/>
        <a:lstStyle/>
        <a:p>
          <a:r>
            <a:rPr lang="en-US"/>
            <a:t>▪ Directamente en el navegador (consola)</a:t>
          </a:r>
        </a:p>
      </dgm:t>
    </dgm:pt>
    <dgm:pt modelId="{B8717850-64DC-4787-9757-FECF6583C903}" type="parTrans" cxnId="{466FCA2B-BDCF-4C8A-A13A-3549C6D4F7FF}">
      <dgm:prSet/>
      <dgm:spPr/>
      <dgm:t>
        <a:bodyPr/>
        <a:lstStyle/>
        <a:p>
          <a:endParaRPr lang="en-US"/>
        </a:p>
      </dgm:t>
    </dgm:pt>
    <dgm:pt modelId="{DC8F0A89-564A-415F-B0EA-FE1CD9A36D16}" type="sibTrans" cxnId="{466FCA2B-BDCF-4C8A-A13A-3549C6D4F7FF}">
      <dgm:prSet/>
      <dgm:spPr/>
      <dgm:t>
        <a:bodyPr/>
        <a:lstStyle/>
        <a:p>
          <a:endParaRPr lang="en-US"/>
        </a:p>
      </dgm:t>
    </dgm:pt>
    <dgm:pt modelId="{5A15B671-9FA3-488A-AECC-F1A788485062}">
      <dgm:prSet/>
      <dgm:spPr/>
      <dgm:t>
        <a:bodyPr/>
        <a:lstStyle/>
        <a:p>
          <a:r>
            <a:rPr lang="en-US"/>
            <a:t>▪ En editores de código: VS Code, Sublime Text, etc.</a:t>
          </a:r>
        </a:p>
      </dgm:t>
    </dgm:pt>
    <dgm:pt modelId="{4F5BC3D1-7ECD-42D6-A129-43197E8B60D0}" type="parTrans" cxnId="{0B81534D-3538-4E50-97DD-279C8D6FDC70}">
      <dgm:prSet/>
      <dgm:spPr/>
      <dgm:t>
        <a:bodyPr/>
        <a:lstStyle/>
        <a:p>
          <a:endParaRPr lang="en-US"/>
        </a:p>
      </dgm:t>
    </dgm:pt>
    <dgm:pt modelId="{4BFB3C99-B88E-46BF-84AD-0D681AE095F1}" type="sibTrans" cxnId="{0B81534D-3538-4E50-97DD-279C8D6FDC70}">
      <dgm:prSet/>
      <dgm:spPr/>
      <dgm:t>
        <a:bodyPr/>
        <a:lstStyle/>
        <a:p>
          <a:endParaRPr lang="en-US"/>
        </a:p>
      </dgm:t>
    </dgm:pt>
    <dgm:pt modelId="{257C9CB0-42DE-4987-A1B4-8EAEF40CD72D}">
      <dgm:prSet/>
      <dgm:spPr/>
      <dgm:t>
        <a:bodyPr/>
        <a:lstStyle/>
        <a:p>
          <a:r>
            <a:rPr lang="en-US"/>
            <a:t>▪ En plataformas online: CodePen, JSFiddle, Replit</a:t>
          </a:r>
        </a:p>
      </dgm:t>
    </dgm:pt>
    <dgm:pt modelId="{292AD472-C6A4-4691-9D40-75D31AD87781}" type="parTrans" cxnId="{ED505348-3396-4B98-A1A2-7F0B3060311C}">
      <dgm:prSet/>
      <dgm:spPr/>
      <dgm:t>
        <a:bodyPr/>
        <a:lstStyle/>
        <a:p>
          <a:endParaRPr lang="en-US"/>
        </a:p>
      </dgm:t>
    </dgm:pt>
    <dgm:pt modelId="{D7E7C000-D6FC-4C6F-898F-9A4B93622827}" type="sibTrans" cxnId="{ED505348-3396-4B98-A1A2-7F0B3060311C}">
      <dgm:prSet/>
      <dgm:spPr/>
      <dgm:t>
        <a:bodyPr/>
        <a:lstStyle/>
        <a:p>
          <a:endParaRPr lang="en-US"/>
        </a:p>
      </dgm:t>
    </dgm:pt>
    <dgm:pt modelId="{1D945560-4F6A-42E2-9020-9E45C1D05D86}">
      <dgm:prSet/>
      <dgm:spPr/>
      <dgm:t>
        <a:bodyPr/>
        <a:lstStyle/>
        <a:p>
          <a:r>
            <a:rPr lang="en-US"/>
            <a:t>▪ En la consola del navegador (Developer Tools)</a:t>
          </a:r>
        </a:p>
      </dgm:t>
    </dgm:pt>
    <dgm:pt modelId="{CFB91B72-524F-4A57-8249-F45544F4C594}" type="parTrans" cxnId="{21457F35-2454-429F-8068-2B091ECF4068}">
      <dgm:prSet/>
      <dgm:spPr/>
      <dgm:t>
        <a:bodyPr/>
        <a:lstStyle/>
        <a:p>
          <a:endParaRPr lang="en-US"/>
        </a:p>
      </dgm:t>
    </dgm:pt>
    <dgm:pt modelId="{F649508B-94B0-46B9-B035-2CD3532D22AA}" type="sibTrans" cxnId="{21457F35-2454-429F-8068-2B091ECF4068}">
      <dgm:prSet/>
      <dgm:spPr/>
      <dgm:t>
        <a:bodyPr/>
        <a:lstStyle/>
        <a:p>
          <a:endParaRPr lang="en-US"/>
        </a:p>
      </dgm:t>
    </dgm:pt>
    <dgm:pt modelId="{0C73D1B7-8964-4A87-97D6-91D03AB1044E}" type="pres">
      <dgm:prSet presAssocID="{88A906DF-2CA0-4970-B460-1E40E59270B4}" presName="linear" presStyleCnt="0">
        <dgm:presLayoutVars>
          <dgm:animLvl val="lvl"/>
          <dgm:resizeHandles val="exact"/>
        </dgm:presLayoutVars>
      </dgm:prSet>
      <dgm:spPr/>
    </dgm:pt>
    <dgm:pt modelId="{F237EAC1-7FF3-4DFE-AC93-6D06E87E3DB5}" type="pres">
      <dgm:prSet presAssocID="{67EFD09B-29AB-4601-A30B-803EE77551F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741F71F-5096-473E-A19B-E145A5E2F8FC}" type="pres">
      <dgm:prSet presAssocID="{6F505418-0520-444F-B1A7-BB88EEF38F34}" presName="spacer" presStyleCnt="0"/>
      <dgm:spPr/>
    </dgm:pt>
    <dgm:pt modelId="{EAB605B9-3AA9-49F4-8C67-423876E76A87}" type="pres">
      <dgm:prSet presAssocID="{DBEAFF07-1096-4914-B16C-42D13BA0602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CFFE1D6-710B-44EA-9E63-F72E9FB5469F}" type="pres">
      <dgm:prSet presAssocID="{0A973D9D-9351-4FBC-BB2D-87DF59135742}" presName="spacer" presStyleCnt="0"/>
      <dgm:spPr/>
    </dgm:pt>
    <dgm:pt modelId="{4A68081D-F9AB-448E-BC90-FD4D6332732E}" type="pres">
      <dgm:prSet presAssocID="{CF86F910-BD11-4A2E-9330-FD3FB8764ED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9E0BEDD-F11A-4A36-9CE8-458B1610DF8A}" type="pres">
      <dgm:prSet presAssocID="{DC8F0A89-564A-415F-B0EA-FE1CD9A36D16}" presName="spacer" presStyleCnt="0"/>
      <dgm:spPr/>
    </dgm:pt>
    <dgm:pt modelId="{85815AA8-1B86-4088-91C3-DD558A7CB024}" type="pres">
      <dgm:prSet presAssocID="{5A15B671-9FA3-488A-AECC-F1A78848506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A491817-4D20-4C32-BB7F-115779120DBB}" type="pres">
      <dgm:prSet presAssocID="{4BFB3C99-B88E-46BF-84AD-0D681AE095F1}" presName="spacer" presStyleCnt="0"/>
      <dgm:spPr/>
    </dgm:pt>
    <dgm:pt modelId="{C499E6B2-D418-42DD-ABB4-AD6C57A2C416}" type="pres">
      <dgm:prSet presAssocID="{257C9CB0-42DE-4987-A1B4-8EAEF40CD72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5D9102F-71E3-4D21-BA87-5A812E7F8B64}" type="pres">
      <dgm:prSet presAssocID="{D7E7C000-D6FC-4C6F-898F-9A4B93622827}" presName="spacer" presStyleCnt="0"/>
      <dgm:spPr/>
    </dgm:pt>
    <dgm:pt modelId="{769814DA-E156-4ADB-97B4-322DD76F3E1E}" type="pres">
      <dgm:prSet presAssocID="{1D945560-4F6A-42E2-9020-9E45C1D05D8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66FCA2B-BDCF-4C8A-A13A-3549C6D4F7FF}" srcId="{88A906DF-2CA0-4970-B460-1E40E59270B4}" destId="{CF86F910-BD11-4A2E-9330-FD3FB8764ED7}" srcOrd="2" destOrd="0" parTransId="{B8717850-64DC-4787-9757-FECF6583C903}" sibTransId="{DC8F0A89-564A-415F-B0EA-FE1CD9A36D16}"/>
    <dgm:cxn modelId="{6519562F-704C-49D0-9096-FA7FDA6629FF}" type="presOf" srcId="{257C9CB0-42DE-4987-A1B4-8EAEF40CD72D}" destId="{C499E6B2-D418-42DD-ABB4-AD6C57A2C416}" srcOrd="0" destOrd="0" presId="urn:microsoft.com/office/officeart/2005/8/layout/vList2"/>
    <dgm:cxn modelId="{21457F35-2454-429F-8068-2B091ECF4068}" srcId="{88A906DF-2CA0-4970-B460-1E40E59270B4}" destId="{1D945560-4F6A-42E2-9020-9E45C1D05D86}" srcOrd="5" destOrd="0" parTransId="{CFB91B72-524F-4A57-8249-F45544F4C594}" sibTransId="{F649508B-94B0-46B9-B035-2CD3532D22AA}"/>
    <dgm:cxn modelId="{ED505348-3396-4B98-A1A2-7F0B3060311C}" srcId="{88A906DF-2CA0-4970-B460-1E40E59270B4}" destId="{257C9CB0-42DE-4987-A1B4-8EAEF40CD72D}" srcOrd="4" destOrd="0" parTransId="{292AD472-C6A4-4691-9D40-75D31AD87781}" sibTransId="{D7E7C000-D6FC-4C6F-898F-9A4B93622827}"/>
    <dgm:cxn modelId="{0B81534D-3538-4E50-97DD-279C8D6FDC70}" srcId="{88A906DF-2CA0-4970-B460-1E40E59270B4}" destId="{5A15B671-9FA3-488A-AECC-F1A788485062}" srcOrd="3" destOrd="0" parTransId="{4F5BC3D1-7ECD-42D6-A129-43197E8B60D0}" sibTransId="{4BFB3C99-B88E-46BF-84AD-0D681AE095F1}"/>
    <dgm:cxn modelId="{B6E04554-5420-4772-9A02-D258F2B278EF}" type="presOf" srcId="{5A15B671-9FA3-488A-AECC-F1A788485062}" destId="{85815AA8-1B86-4088-91C3-DD558A7CB024}" srcOrd="0" destOrd="0" presId="urn:microsoft.com/office/officeart/2005/8/layout/vList2"/>
    <dgm:cxn modelId="{4385B07A-F78E-4E25-A68C-AAC2EC5B39D7}" type="presOf" srcId="{1D945560-4F6A-42E2-9020-9E45C1D05D86}" destId="{769814DA-E156-4ADB-97B4-322DD76F3E1E}" srcOrd="0" destOrd="0" presId="urn:microsoft.com/office/officeart/2005/8/layout/vList2"/>
    <dgm:cxn modelId="{8D1F5E90-C9C5-477B-A8E8-6048E4AFD740}" type="presOf" srcId="{67EFD09B-29AB-4601-A30B-803EE77551F5}" destId="{F237EAC1-7FF3-4DFE-AC93-6D06E87E3DB5}" srcOrd="0" destOrd="0" presId="urn:microsoft.com/office/officeart/2005/8/layout/vList2"/>
    <dgm:cxn modelId="{20427A90-B7D7-43F3-B72A-781B20AF49BA}" srcId="{88A906DF-2CA0-4970-B460-1E40E59270B4}" destId="{DBEAFF07-1096-4914-B16C-42D13BA06028}" srcOrd="1" destOrd="0" parTransId="{04902F36-2C37-42C2-B628-827BCBB34C61}" sibTransId="{0A973D9D-9351-4FBC-BB2D-87DF59135742}"/>
    <dgm:cxn modelId="{EB1335DD-F16E-4B34-96BE-B3ACA8010482}" type="presOf" srcId="{DBEAFF07-1096-4914-B16C-42D13BA06028}" destId="{EAB605B9-3AA9-49F4-8C67-423876E76A87}" srcOrd="0" destOrd="0" presId="urn:microsoft.com/office/officeart/2005/8/layout/vList2"/>
    <dgm:cxn modelId="{FE905DF7-9127-4018-B126-D76BBFC74455}" srcId="{88A906DF-2CA0-4970-B460-1E40E59270B4}" destId="{67EFD09B-29AB-4601-A30B-803EE77551F5}" srcOrd="0" destOrd="0" parTransId="{74F7BE3F-5D47-492E-81B7-DE3303F96B31}" sibTransId="{6F505418-0520-444F-B1A7-BB88EEF38F34}"/>
    <dgm:cxn modelId="{B26080F7-8493-47CF-9274-7AF929524C4A}" type="presOf" srcId="{88A906DF-2CA0-4970-B460-1E40E59270B4}" destId="{0C73D1B7-8964-4A87-97D6-91D03AB1044E}" srcOrd="0" destOrd="0" presId="urn:microsoft.com/office/officeart/2005/8/layout/vList2"/>
    <dgm:cxn modelId="{B31F83FD-227D-4328-A20C-A64237BE7469}" type="presOf" srcId="{CF86F910-BD11-4A2E-9330-FD3FB8764ED7}" destId="{4A68081D-F9AB-448E-BC90-FD4D6332732E}" srcOrd="0" destOrd="0" presId="urn:microsoft.com/office/officeart/2005/8/layout/vList2"/>
    <dgm:cxn modelId="{98538CEC-56EA-441F-9226-80108FE8692E}" type="presParOf" srcId="{0C73D1B7-8964-4A87-97D6-91D03AB1044E}" destId="{F237EAC1-7FF3-4DFE-AC93-6D06E87E3DB5}" srcOrd="0" destOrd="0" presId="urn:microsoft.com/office/officeart/2005/8/layout/vList2"/>
    <dgm:cxn modelId="{80604728-0F5F-4118-82B0-4FB4084C0353}" type="presParOf" srcId="{0C73D1B7-8964-4A87-97D6-91D03AB1044E}" destId="{A741F71F-5096-473E-A19B-E145A5E2F8FC}" srcOrd="1" destOrd="0" presId="urn:microsoft.com/office/officeart/2005/8/layout/vList2"/>
    <dgm:cxn modelId="{1B950FB1-253E-4B07-BFCF-C17CAFD3CE5C}" type="presParOf" srcId="{0C73D1B7-8964-4A87-97D6-91D03AB1044E}" destId="{EAB605B9-3AA9-49F4-8C67-423876E76A87}" srcOrd="2" destOrd="0" presId="urn:microsoft.com/office/officeart/2005/8/layout/vList2"/>
    <dgm:cxn modelId="{A490FB5D-39AA-475D-AA00-3962B8C778F7}" type="presParOf" srcId="{0C73D1B7-8964-4A87-97D6-91D03AB1044E}" destId="{DCFFE1D6-710B-44EA-9E63-F72E9FB5469F}" srcOrd="3" destOrd="0" presId="urn:microsoft.com/office/officeart/2005/8/layout/vList2"/>
    <dgm:cxn modelId="{D1890831-4A99-4FFC-A1BD-C61A0A4FA588}" type="presParOf" srcId="{0C73D1B7-8964-4A87-97D6-91D03AB1044E}" destId="{4A68081D-F9AB-448E-BC90-FD4D6332732E}" srcOrd="4" destOrd="0" presId="urn:microsoft.com/office/officeart/2005/8/layout/vList2"/>
    <dgm:cxn modelId="{87057772-6CBB-4CA2-821C-BC7E8EAA7087}" type="presParOf" srcId="{0C73D1B7-8964-4A87-97D6-91D03AB1044E}" destId="{59E0BEDD-F11A-4A36-9CE8-458B1610DF8A}" srcOrd="5" destOrd="0" presId="urn:microsoft.com/office/officeart/2005/8/layout/vList2"/>
    <dgm:cxn modelId="{B49F7B4B-1B75-45D6-BFD2-85D3873A8349}" type="presParOf" srcId="{0C73D1B7-8964-4A87-97D6-91D03AB1044E}" destId="{85815AA8-1B86-4088-91C3-DD558A7CB024}" srcOrd="6" destOrd="0" presId="urn:microsoft.com/office/officeart/2005/8/layout/vList2"/>
    <dgm:cxn modelId="{4F8593C3-F06D-4F3B-9A5F-DF2A143599BB}" type="presParOf" srcId="{0C73D1B7-8964-4A87-97D6-91D03AB1044E}" destId="{5A491817-4D20-4C32-BB7F-115779120DBB}" srcOrd="7" destOrd="0" presId="urn:microsoft.com/office/officeart/2005/8/layout/vList2"/>
    <dgm:cxn modelId="{3DF061A9-3A08-43CE-AD62-874E1531B38C}" type="presParOf" srcId="{0C73D1B7-8964-4A87-97D6-91D03AB1044E}" destId="{C499E6B2-D418-42DD-ABB4-AD6C57A2C416}" srcOrd="8" destOrd="0" presId="urn:microsoft.com/office/officeart/2005/8/layout/vList2"/>
    <dgm:cxn modelId="{A2879A46-DE94-41D4-80A7-B43AFF488C0F}" type="presParOf" srcId="{0C73D1B7-8964-4A87-97D6-91D03AB1044E}" destId="{D5D9102F-71E3-4D21-BA87-5A812E7F8B64}" srcOrd="9" destOrd="0" presId="urn:microsoft.com/office/officeart/2005/8/layout/vList2"/>
    <dgm:cxn modelId="{D520337B-A29A-449B-8173-5CF1F83EC486}" type="presParOf" srcId="{0C73D1B7-8964-4A87-97D6-91D03AB1044E}" destId="{769814DA-E156-4ADB-97B4-322DD76F3E1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4736A6D-C86E-4DC8-AC4A-AA24D7F92E7B}" type="doc">
      <dgm:prSet loTypeId="urn:microsoft.com/office/officeart/2008/layout/LinedList" loCatId="list" qsTypeId="urn:microsoft.com/office/officeart/2005/8/quickstyle/simple1#11" qsCatId="simple" csTypeId="urn:microsoft.com/office/officeart/2005/8/colors/accent1_2#11" csCatId="accent1"/>
      <dgm:spPr/>
      <dgm:t>
        <a:bodyPr/>
        <a:lstStyle/>
        <a:p>
          <a:endParaRPr lang="en-US"/>
        </a:p>
      </dgm:t>
    </dgm:pt>
    <dgm:pt modelId="{48889F50-2730-4327-8DD3-17FE80A2AD4B}">
      <dgm:prSet/>
      <dgm:spPr/>
      <dgm:t>
        <a:bodyPr/>
        <a:lstStyle/>
        <a:p>
          <a:r>
            <a:rPr lang="en-US"/>
            <a:t>▪ Herramienta integrada en todos los navegadores modernos</a:t>
          </a:r>
        </a:p>
      </dgm:t>
    </dgm:pt>
    <dgm:pt modelId="{8870C3DA-E597-4E31-964E-E5E441186457}" type="parTrans" cxnId="{19993BEC-F5F7-4B52-85BD-D9262E450014}">
      <dgm:prSet/>
      <dgm:spPr/>
      <dgm:t>
        <a:bodyPr/>
        <a:lstStyle/>
        <a:p>
          <a:endParaRPr lang="en-US"/>
        </a:p>
      </dgm:t>
    </dgm:pt>
    <dgm:pt modelId="{E8C36F18-AD74-412D-A11F-3C003643E3B0}" type="sibTrans" cxnId="{19993BEC-F5F7-4B52-85BD-D9262E450014}">
      <dgm:prSet/>
      <dgm:spPr/>
      <dgm:t>
        <a:bodyPr/>
        <a:lstStyle/>
        <a:p>
          <a:endParaRPr lang="en-US"/>
        </a:p>
      </dgm:t>
    </dgm:pt>
    <dgm:pt modelId="{C86FE660-2E9C-48B6-B798-52090B7C2F02}">
      <dgm:prSet/>
      <dgm:spPr/>
      <dgm:t>
        <a:bodyPr/>
        <a:lstStyle/>
        <a:p>
          <a:r>
            <a:rPr lang="en-US"/>
            <a:t>▪ Permite ejecutar código JavaScript directamente</a:t>
          </a:r>
        </a:p>
      </dgm:t>
    </dgm:pt>
    <dgm:pt modelId="{43004653-CBDC-4B02-AC0C-4871982FAB8C}" type="parTrans" cxnId="{6E713543-12D8-4B40-96EA-58EAE50F630E}">
      <dgm:prSet/>
      <dgm:spPr/>
      <dgm:t>
        <a:bodyPr/>
        <a:lstStyle/>
        <a:p>
          <a:endParaRPr lang="en-US"/>
        </a:p>
      </dgm:t>
    </dgm:pt>
    <dgm:pt modelId="{0BB00E6F-E0FB-4816-8EC8-9BB1E6A8C362}" type="sibTrans" cxnId="{6E713543-12D8-4B40-96EA-58EAE50F630E}">
      <dgm:prSet/>
      <dgm:spPr/>
      <dgm:t>
        <a:bodyPr/>
        <a:lstStyle/>
        <a:p>
          <a:endParaRPr lang="en-US"/>
        </a:p>
      </dgm:t>
    </dgm:pt>
    <dgm:pt modelId="{E05B174D-B0E7-486A-AEAA-FEE8D8EC4EEB}">
      <dgm:prSet/>
      <dgm:spPr/>
      <dgm:t>
        <a:bodyPr/>
        <a:lstStyle/>
        <a:p>
          <a:r>
            <a:rPr lang="en-US"/>
            <a:t>▪ Muestra errores y advertencias del código</a:t>
          </a:r>
        </a:p>
      </dgm:t>
    </dgm:pt>
    <dgm:pt modelId="{289F558D-59DC-4712-A831-5B26B9778D17}" type="parTrans" cxnId="{012FE307-DA14-4F80-910B-A36688534EC7}">
      <dgm:prSet/>
      <dgm:spPr/>
      <dgm:t>
        <a:bodyPr/>
        <a:lstStyle/>
        <a:p>
          <a:endParaRPr lang="en-US"/>
        </a:p>
      </dgm:t>
    </dgm:pt>
    <dgm:pt modelId="{2CB75925-273B-496A-898F-F47E4AB1809F}" type="sibTrans" cxnId="{012FE307-DA14-4F80-910B-A36688534EC7}">
      <dgm:prSet/>
      <dgm:spPr/>
      <dgm:t>
        <a:bodyPr/>
        <a:lstStyle/>
        <a:p>
          <a:endParaRPr lang="en-US"/>
        </a:p>
      </dgm:t>
    </dgm:pt>
    <dgm:pt modelId="{2D607468-40A3-424A-85D9-F3604F4A2D87}">
      <dgm:prSet/>
      <dgm:spPr/>
      <dgm:t>
        <a:bodyPr/>
        <a:lstStyle/>
        <a:p>
          <a:r>
            <a:rPr lang="en-US"/>
            <a:t>▪ Ideal para depuración (debugging) y pruebas rápidas</a:t>
          </a:r>
        </a:p>
      </dgm:t>
    </dgm:pt>
    <dgm:pt modelId="{E34C900A-A8CC-4D12-BAC9-52B4DD51EFBA}" type="parTrans" cxnId="{389269F8-FB47-43B5-8619-D5468BE92C9B}">
      <dgm:prSet/>
      <dgm:spPr/>
      <dgm:t>
        <a:bodyPr/>
        <a:lstStyle/>
        <a:p>
          <a:endParaRPr lang="en-US"/>
        </a:p>
      </dgm:t>
    </dgm:pt>
    <dgm:pt modelId="{3D533A2A-5AD4-45BB-835F-F6F32721E709}" type="sibTrans" cxnId="{389269F8-FB47-43B5-8619-D5468BE92C9B}">
      <dgm:prSet/>
      <dgm:spPr/>
      <dgm:t>
        <a:bodyPr/>
        <a:lstStyle/>
        <a:p>
          <a:endParaRPr lang="en-US"/>
        </a:p>
      </dgm:t>
    </dgm:pt>
    <dgm:pt modelId="{E5C4D09F-9574-4E1A-AB8A-96922783E5E8}">
      <dgm:prSet/>
      <dgm:spPr/>
      <dgm:t>
        <a:bodyPr/>
        <a:lstStyle/>
        <a:p>
          <a:r>
            <a:rPr lang="en-US"/>
            <a:t>▪ Accesible mediante F12 o Ctrl+Shift+I (Windows) / Cmd+Option+I (Mac)</a:t>
          </a:r>
        </a:p>
      </dgm:t>
    </dgm:pt>
    <dgm:pt modelId="{9B487378-0A2D-4663-A223-2185E33E5BC6}" type="parTrans" cxnId="{50BF0541-38CB-4C92-8D0A-F48F8215E498}">
      <dgm:prSet/>
      <dgm:spPr/>
      <dgm:t>
        <a:bodyPr/>
        <a:lstStyle/>
        <a:p>
          <a:endParaRPr lang="en-US"/>
        </a:p>
      </dgm:t>
    </dgm:pt>
    <dgm:pt modelId="{4EAFEEA5-1156-40B3-B921-198CC456578F}" type="sibTrans" cxnId="{50BF0541-38CB-4C92-8D0A-F48F8215E498}">
      <dgm:prSet/>
      <dgm:spPr/>
      <dgm:t>
        <a:bodyPr/>
        <a:lstStyle/>
        <a:p>
          <a:endParaRPr lang="en-US"/>
        </a:p>
      </dgm:t>
    </dgm:pt>
    <dgm:pt modelId="{1D533F48-EE15-4F55-8E39-82357D642962}">
      <dgm:prSet/>
      <dgm:spPr/>
      <dgm:t>
        <a:bodyPr/>
        <a:lstStyle/>
        <a:p>
          <a:r>
            <a:rPr lang="en-US"/>
            <a:t>▪ Disponible en Chrome, Firefox, Edge y Safari</a:t>
          </a:r>
        </a:p>
      </dgm:t>
    </dgm:pt>
    <dgm:pt modelId="{F705C406-720D-44CD-ABF6-F243435B9030}" type="parTrans" cxnId="{34D5F61E-956B-4979-B9BA-58C94B14ADB6}">
      <dgm:prSet/>
      <dgm:spPr/>
      <dgm:t>
        <a:bodyPr/>
        <a:lstStyle/>
        <a:p>
          <a:endParaRPr lang="en-US"/>
        </a:p>
      </dgm:t>
    </dgm:pt>
    <dgm:pt modelId="{8B915C65-759F-421C-9093-790E23EF36C5}" type="sibTrans" cxnId="{34D5F61E-956B-4979-B9BA-58C94B14ADB6}">
      <dgm:prSet/>
      <dgm:spPr/>
      <dgm:t>
        <a:bodyPr/>
        <a:lstStyle/>
        <a:p>
          <a:endParaRPr lang="en-US"/>
        </a:p>
      </dgm:t>
    </dgm:pt>
    <dgm:pt modelId="{002582C9-B68D-4897-9F0F-7B674C8865FA}" type="pres">
      <dgm:prSet presAssocID="{94736A6D-C86E-4DC8-AC4A-AA24D7F92E7B}" presName="vert0" presStyleCnt="0">
        <dgm:presLayoutVars>
          <dgm:dir/>
          <dgm:animOne val="branch"/>
          <dgm:animLvl val="lvl"/>
        </dgm:presLayoutVars>
      </dgm:prSet>
      <dgm:spPr/>
    </dgm:pt>
    <dgm:pt modelId="{120FED98-C58C-4AC1-8E1F-D0D80103FB7F}" type="pres">
      <dgm:prSet presAssocID="{48889F50-2730-4327-8DD3-17FE80A2AD4B}" presName="thickLine" presStyleLbl="alignNode1" presStyleIdx="0" presStyleCnt="6"/>
      <dgm:spPr/>
    </dgm:pt>
    <dgm:pt modelId="{1DFE7678-5EC7-4AA1-837E-BCAD3C14D543}" type="pres">
      <dgm:prSet presAssocID="{48889F50-2730-4327-8DD3-17FE80A2AD4B}" presName="horz1" presStyleCnt="0"/>
      <dgm:spPr/>
    </dgm:pt>
    <dgm:pt modelId="{4DBED5C9-97CC-409B-B70F-FD16F39B1803}" type="pres">
      <dgm:prSet presAssocID="{48889F50-2730-4327-8DD3-17FE80A2AD4B}" presName="tx1" presStyleLbl="revTx" presStyleIdx="0" presStyleCnt="6"/>
      <dgm:spPr/>
    </dgm:pt>
    <dgm:pt modelId="{E2BF471D-B340-4A2C-B8AC-B77A551BFBD6}" type="pres">
      <dgm:prSet presAssocID="{48889F50-2730-4327-8DD3-17FE80A2AD4B}" presName="vert1" presStyleCnt="0"/>
      <dgm:spPr/>
    </dgm:pt>
    <dgm:pt modelId="{10D9FA76-BFF7-45D8-9DB8-D6F8A9DDDB2A}" type="pres">
      <dgm:prSet presAssocID="{C86FE660-2E9C-48B6-B798-52090B7C2F02}" presName="thickLine" presStyleLbl="alignNode1" presStyleIdx="1" presStyleCnt="6"/>
      <dgm:spPr/>
    </dgm:pt>
    <dgm:pt modelId="{ADE5152B-3D8A-4495-A3AC-AED9959B1170}" type="pres">
      <dgm:prSet presAssocID="{C86FE660-2E9C-48B6-B798-52090B7C2F02}" presName="horz1" presStyleCnt="0"/>
      <dgm:spPr/>
    </dgm:pt>
    <dgm:pt modelId="{5C84C2FA-58D6-4112-8835-11D294485270}" type="pres">
      <dgm:prSet presAssocID="{C86FE660-2E9C-48B6-B798-52090B7C2F02}" presName="tx1" presStyleLbl="revTx" presStyleIdx="1" presStyleCnt="6"/>
      <dgm:spPr/>
    </dgm:pt>
    <dgm:pt modelId="{A55BBE7F-4B54-4DA2-9F68-A7A152C1768C}" type="pres">
      <dgm:prSet presAssocID="{C86FE660-2E9C-48B6-B798-52090B7C2F02}" presName="vert1" presStyleCnt="0"/>
      <dgm:spPr/>
    </dgm:pt>
    <dgm:pt modelId="{CC104989-68F3-461A-8099-ED1F02CF4EE8}" type="pres">
      <dgm:prSet presAssocID="{E05B174D-B0E7-486A-AEAA-FEE8D8EC4EEB}" presName="thickLine" presStyleLbl="alignNode1" presStyleIdx="2" presStyleCnt="6"/>
      <dgm:spPr/>
    </dgm:pt>
    <dgm:pt modelId="{0DC18EF4-4696-4A88-8175-81AEC823F46A}" type="pres">
      <dgm:prSet presAssocID="{E05B174D-B0E7-486A-AEAA-FEE8D8EC4EEB}" presName="horz1" presStyleCnt="0"/>
      <dgm:spPr/>
    </dgm:pt>
    <dgm:pt modelId="{9904B55E-ABDC-4B61-9DF3-1D37900BD1CB}" type="pres">
      <dgm:prSet presAssocID="{E05B174D-B0E7-486A-AEAA-FEE8D8EC4EEB}" presName="tx1" presStyleLbl="revTx" presStyleIdx="2" presStyleCnt="6"/>
      <dgm:spPr/>
    </dgm:pt>
    <dgm:pt modelId="{8CF2FE68-4104-4702-9640-81C6A59C3DD6}" type="pres">
      <dgm:prSet presAssocID="{E05B174D-B0E7-486A-AEAA-FEE8D8EC4EEB}" presName="vert1" presStyleCnt="0"/>
      <dgm:spPr/>
    </dgm:pt>
    <dgm:pt modelId="{895953CA-B417-4747-91D5-3E2A3EC0B23C}" type="pres">
      <dgm:prSet presAssocID="{2D607468-40A3-424A-85D9-F3604F4A2D87}" presName="thickLine" presStyleLbl="alignNode1" presStyleIdx="3" presStyleCnt="6"/>
      <dgm:spPr/>
    </dgm:pt>
    <dgm:pt modelId="{D9F7F72F-73D9-457F-B240-06DD30AFFE1C}" type="pres">
      <dgm:prSet presAssocID="{2D607468-40A3-424A-85D9-F3604F4A2D87}" presName="horz1" presStyleCnt="0"/>
      <dgm:spPr/>
    </dgm:pt>
    <dgm:pt modelId="{F7F07D72-1A6C-441D-96BB-DC5F920C8D20}" type="pres">
      <dgm:prSet presAssocID="{2D607468-40A3-424A-85D9-F3604F4A2D87}" presName="tx1" presStyleLbl="revTx" presStyleIdx="3" presStyleCnt="6"/>
      <dgm:spPr/>
    </dgm:pt>
    <dgm:pt modelId="{69C76DBF-AA59-4AEF-BE9D-D4C0BDDD7E6C}" type="pres">
      <dgm:prSet presAssocID="{2D607468-40A3-424A-85D9-F3604F4A2D87}" presName="vert1" presStyleCnt="0"/>
      <dgm:spPr/>
    </dgm:pt>
    <dgm:pt modelId="{165AFE5D-34A5-4C45-8366-B15C5E6C85C8}" type="pres">
      <dgm:prSet presAssocID="{E5C4D09F-9574-4E1A-AB8A-96922783E5E8}" presName="thickLine" presStyleLbl="alignNode1" presStyleIdx="4" presStyleCnt="6"/>
      <dgm:spPr/>
    </dgm:pt>
    <dgm:pt modelId="{0D86FEC0-3205-429E-BCFD-FCD2CA844EC9}" type="pres">
      <dgm:prSet presAssocID="{E5C4D09F-9574-4E1A-AB8A-96922783E5E8}" presName="horz1" presStyleCnt="0"/>
      <dgm:spPr/>
    </dgm:pt>
    <dgm:pt modelId="{B2226728-7B17-40CB-B680-6E55806F3812}" type="pres">
      <dgm:prSet presAssocID="{E5C4D09F-9574-4E1A-AB8A-96922783E5E8}" presName="tx1" presStyleLbl="revTx" presStyleIdx="4" presStyleCnt="6"/>
      <dgm:spPr/>
    </dgm:pt>
    <dgm:pt modelId="{C908723D-E69D-47F2-BB27-C1FDC613C2A9}" type="pres">
      <dgm:prSet presAssocID="{E5C4D09F-9574-4E1A-AB8A-96922783E5E8}" presName="vert1" presStyleCnt="0"/>
      <dgm:spPr/>
    </dgm:pt>
    <dgm:pt modelId="{22083402-D12A-4E39-B3EC-954F696C9BC3}" type="pres">
      <dgm:prSet presAssocID="{1D533F48-EE15-4F55-8E39-82357D642962}" presName="thickLine" presStyleLbl="alignNode1" presStyleIdx="5" presStyleCnt="6"/>
      <dgm:spPr/>
    </dgm:pt>
    <dgm:pt modelId="{345C5D77-5710-40A2-B3B4-B5987787B210}" type="pres">
      <dgm:prSet presAssocID="{1D533F48-EE15-4F55-8E39-82357D642962}" presName="horz1" presStyleCnt="0"/>
      <dgm:spPr/>
    </dgm:pt>
    <dgm:pt modelId="{B756B305-B2D3-4556-95DD-A8E075879CF6}" type="pres">
      <dgm:prSet presAssocID="{1D533F48-EE15-4F55-8E39-82357D642962}" presName="tx1" presStyleLbl="revTx" presStyleIdx="5" presStyleCnt="6"/>
      <dgm:spPr/>
    </dgm:pt>
    <dgm:pt modelId="{DFE54D37-4BF8-4D32-8EF9-34B4558F93C0}" type="pres">
      <dgm:prSet presAssocID="{1D533F48-EE15-4F55-8E39-82357D642962}" presName="vert1" presStyleCnt="0"/>
      <dgm:spPr/>
    </dgm:pt>
  </dgm:ptLst>
  <dgm:cxnLst>
    <dgm:cxn modelId="{012FE307-DA14-4F80-910B-A36688534EC7}" srcId="{94736A6D-C86E-4DC8-AC4A-AA24D7F92E7B}" destId="{E05B174D-B0E7-486A-AEAA-FEE8D8EC4EEB}" srcOrd="2" destOrd="0" parTransId="{289F558D-59DC-4712-A831-5B26B9778D17}" sibTransId="{2CB75925-273B-496A-898F-F47E4AB1809F}"/>
    <dgm:cxn modelId="{A2991D0D-9399-42FC-BEB6-390C7716EAC7}" type="presOf" srcId="{94736A6D-C86E-4DC8-AC4A-AA24D7F92E7B}" destId="{002582C9-B68D-4897-9F0F-7B674C8865FA}" srcOrd="0" destOrd="0" presId="urn:microsoft.com/office/officeart/2008/layout/LinedList"/>
    <dgm:cxn modelId="{34D5F61E-956B-4979-B9BA-58C94B14ADB6}" srcId="{94736A6D-C86E-4DC8-AC4A-AA24D7F92E7B}" destId="{1D533F48-EE15-4F55-8E39-82357D642962}" srcOrd="5" destOrd="0" parTransId="{F705C406-720D-44CD-ABF6-F243435B9030}" sibTransId="{8B915C65-759F-421C-9093-790E23EF36C5}"/>
    <dgm:cxn modelId="{9C41FA2A-F670-44D9-A795-7AD82B5D6481}" type="presOf" srcId="{1D533F48-EE15-4F55-8E39-82357D642962}" destId="{B756B305-B2D3-4556-95DD-A8E075879CF6}" srcOrd="0" destOrd="0" presId="urn:microsoft.com/office/officeart/2008/layout/LinedList"/>
    <dgm:cxn modelId="{7CA8342F-E1AD-4F99-851F-9647058B8E62}" type="presOf" srcId="{E05B174D-B0E7-486A-AEAA-FEE8D8EC4EEB}" destId="{9904B55E-ABDC-4B61-9DF3-1D37900BD1CB}" srcOrd="0" destOrd="0" presId="urn:microsoft.com/office/officeart/2008/layout/LinedList"/>
    <dgm:cxn modelId="{50BF0541-38CB-4C92-8D0A-F48F8215E498}" srcId="{94736A6D-C86E-4DC8-AC4A-AA24D7F92E7B}" destId="{E5C4D09F-9574-4E1A-AB8A-96922783E5E8}" srcOrd="4" destOrd="0" parTransId="{9B487378-0A2D-4663-A223-2185E33E5BC6}" sibTransId="{4EAFEEA5-1156-40B3-B921-198CC456578F}"/>
    <dgm:cxn modelId="{6E713543-12D8-4B40-96EA-58EAE50F630E}" srcId="{94736A6D-C86E-4DC8-AC4A-AA24D7F92E7B}" destId="{C86FE660-2E9C-48B6-B798-52090B7C2F02}" srcOrd="1" destOrd="0" parTransId="{43004653-CBDC-4B02-AC0C-4871982FAB8C}" sibTransId="{0BB00E6F-E0FB-4816-8EC8-9BB1E6A8C362}"/>
    <dgm:cxn modelId="{B27AC963-7F71-4227-8E70-6C39E3476A03}" type="presOf" srcId="{C86FE660-2E9C-48B6-B798-52090B7C2F02}" destId="{5C84C2FA-58D6-4112-8835-11D294485270}" srcOrd="0" destOrd="0" presId="urn:microsoft.com/office/officeart/2008/layout/LinedList"/>
    <dgm:cxn modelId="{F900C057-D6D0-4678-A337-7732F605B52F}" type="presOf" srcId="{E5C4D09F-9574-4E1A-AB8A-96922783E5E8}" destId="{B2226728-7B17-40CB-B680-6E55806F3812}" srcOrd="0" destOrd="0" presId="urn:microsoft.com/office/officeart/2008/layout/LinedList"/>
    <dgm:cxn modelId="{0037F299-0FF1-4986-963D-003EC0F8C8B3}" type="presOf" srcId="{2D607468-40A3-424A-85D9-F3604F4A2D87}" destId="{F7F07D72-1A6C-441D-96BB-DC5F920C8D20}" srcOrd="0" destOrd="0" presId="urn:microsoft.com/office/officeart/2008/layout/LinedList"/>
    <dgm:cxn modelId="{1702D8CB-9CB5-4486-A144-B41334698F2F}" type="presOf" srcId="{48889F50-2730-4327-8DD3-17FE80A2AD4B}" destId="{4DBED5C9-97CC-409B-B70F-FD16F39B1803}" srcOrd="0" destOrd="0" presId="urn:microsoft.com/office/officeart/2008/layout/LinedList"/>
    <dgm:cxn modelId="{19993BEC-F5F7-4B52-85BD-D9262E450014}" srcId="{94736A6D-C86E-4DC8-AC4A-AA24D7F92E7B}" destId="{48889F50-2730-4327-8DD3-17FE80A2AD4B}" srcOrd="0" destOrd="0" parTransId="{8870C3DA-E597-4E31-964E-E5E441186457}" sibTransId="{E8C36F18-AD74-412D-A11F-3C003643E3B0}"/>
    <dgm:cxn modelId="{389269F8-FB47-43B5-8619-D5468BE92C9B}" srcId="{94736A6D-C86E-4DC8-AC4A-AA24D7F92E7B}" destId="{2D607468-40A3-424A-85D9-F3604F4A2D87}" srcOrd="3" destOrd="0" parTransId="{E34C900A-A8CC-4D12-BAC9-52B4DD51EFBA}" sibTransId="{3D533A2A-5AD4-45BB-835F-F6F32721E709}"/>
    <dgm:cxn modelId="{6838EF35-2019-499D-AB06-3DC260CB1ABA}" type="presParOf" srcId="{002582C9-B68D-4897-9F0F-7B674C8865FA}" destId="{120FED98-C58C-4AC1-8E1F-D0D80103FB7F}" srcOrd="0" destOrd="0" presId="urn:microsoft.com/office/officeart/2008/layout/LinedList"/>
    <dgm:cxn modelId="{A5070DE9-8CAF-4F09-9626-2381B05A47F6}" type="presParOf" srcId="{002582C9-B68D-4897-9F0F-7B674C8865FA}" destId="{1DFE7678-5EC7-4AA1-837E-BCAD3C14D543}" srcOrd="1" destOrd="0" presId="urn:microsoft.com/office/officeart/2008/layout/LinedList"/>
    <dgm:cxn modelId="{33F39B9B-598F-4A2B-B0E2-75C5F327C91C}" type="presParOf" srcId="{1DFE7678-5EC7-4AA1-837E-BCAD3C14D543}" destId="{4DBED5C9-97CC-409B-B70F-FD16F39B1803}" srcOrd="0" destOrd="0" presId="urn:microsoft.com/office/officeart/2008/layout/LinedList"/>
    <dgm:cxn modelId="{4EE19FA0-4652-4033-996E-3504AEC3CEF0}" type="presParOf" srcId="{1DFE7678-5EC7-4AA1-837E-BCAD3C14D543}" destId="{E2BF471D-B340-4A2C-B8AC-B77A551BFBD6}" srcOrd="1" destOrd="0" presId="urn:microsoft.com/office/officeart/2008/layout/LinedList"/>
    <dgm:cxn modelId="{F2F1DC0F-CF90-4BF2-A882-C3051F1D5F32}" type="presParOf" srcId="{002582C9-B68D-4897-9F0F-7B674C8865FA}" destId="{10D9FA76-BFF7-45D8-9DB8-D6F8A9DDDB2A}" srcOrd="2" destOrd="0" presId="urn:microsoft.com/office/officeart/2008/layout/LinedList"/>
    <dgm:cxn modelId="{F54615A2-20F5-4065-A69F-254CDADA9215}" type="presParOf" srcId="{002582C9-B68D-4897-9F0F-7B674C8865FA}" destId="{ADE5152B-3D8A-4495-A3AC-AED9959B1170}" srcOrd="3" destOrd="0" presId="urn:microsoft.com/office/officeart/2008/layout/LinedList"/>
    <dgm:cxn modelId="{FB2992F7-7220-4F3D-9F36-24D5EB40F763}" type="presParOf" srcId="{ADE5152B-3D8A-4495-A3AC-AED9959B1170}" destId="{5C84C2FA-58D6-4112-8835-11D294485270}" srcOrd="0" destOrd="0" presId="urn:microsoft.com/office/officeart/2008/layout/LinedList"/>
    <dgm:cxn modelId="{50529EFB-11B0-4E0A-90DA-C1B18BE496C4}" type="presParOf" srcId="{ADE5152B-3D8A-4495-A3AC-AED9959B1170}" destId="{A55BBE7F-4B54-4DA2-9F68-A7A152C1768C}" srcOrd="1" destOrd="0" presId="urn:microsoft.com/office/officeart/2008/layout/LinedList"/>
    <dgm:cxn modelId="{84C6D140-BBEC-438E-ABB4-4B3EDE113B48}" type="presParOf" srcId="{002582C9-B68D-4897-9F0F-7B674C8865FA}" destId="{CC104989-68F3-461A-8099-ED1F02CF4EE8}" srcOrd="4" destOrd="0" presId="urn:microsoft.com/office/officeart/2008/layout/LinedList"/>
    <dgm:cxn modelId="{23AA3CA6-F19E-4041-A1BB-F7B3BE469FDF}" type="presParOf" srcId="{002582C9-B68D-4897-9F0F-7B674C8865FA}" destId="{0DC18EF4-4696-4A88-8175-81AEC823F46A}" srcOrd="5" destOrd="0" presId="urn:microsoft.com/office/officeart/2008/layout/LinedList"/>
    <dgm:cxn modelId="{9A620C70-FD18-4914-93BF-510315230DCF}" type="presParOf" srcId="{0DC18EF4-4696-4A88-8175-81AEC823F46A}" destId="{9904B55E-ABDC-4B61-9DF3-1D37900BD1CB}" srcOrd="0" destOrd="0" presId="urn:microsoft.com/office/officeart/2008/layout/LinedList"/>
    <dgm:cxn modelId="{F0657298-EF16-437C-B472-524CD0D54EB0}" type="presParOf" srcId="{0DC18EF4-4696-4A88-8175-81AEC823F46A}" destId="{8CF2FE68-4104-4702-9640-81C6A59C3DD6}" srcOrd="1" destOrd="0" presId="urn:microsoft.com/office/officeart/2008/layout/LinedList"/>
    <dgm:cxn modelId="{23C62A24-C9D0-4B3E-902C-60CBD7668661}" type="presParOf" srcId="{002582C9-B68D-4897-9F0F-7B674C8865FA}" destId="{895953CA-B417-4747-91D5-3E2A3EC0B23C}" srcOrd="6" destOrd="0" presId="urn:microsoft.com/office/officeart/2008/layout/LinedList"/>
    <dgm:cxn modelId="{BE4403B1-B04D-4936-9068-BF76E0B7080E}" type="presParOf" srcId="{002582C9-B68D-4897-9F0F-7B674C8865FA}" destId="{D9F7F72F-73D9-457F-B240-06DD30AFFE1C}" srcOrd="7" destOrd="0" presId="urn:microsoft.com/office/officeart/2008/layout/LinedList"/>
    <dgm:cxn modelId="{1F26B91F-16E5-47FB-A590-7664E45F68F4}" type="presParOf" srcId="{D9F7F72F-73D9-457F-B240-06DD30AFFE1C}" destId="{F7F07D72-1A6C-441D-96BB-DC5F920C8D20}" srcOrd="0" destOrd="0" presId="urn:microsoft.com/office/officeart/2008/layout/LinedList"/>
    <dgm:cxn modelId="{8C98FBC1-26FA-4FFA-903C-4349728A1CAF}" type="presParOf" srcId="{D9F7F72F-73D9-457F-B240-06DD30AFFE1C}" destId="{69C76DBF-AA59-4AEF-BE9D-D4C0BDDD7E6C}" srcOrd="1" destOrd="0" presId="urn:microsoft.com/office/officeart/2008/layout/LinedList"/>
    <dgm:cxn modelId="{2CA3D4B3-9BCD-4A8E-A74A-8630FE68D054}" type="presParOf" srcId="{002582C9-B68D-4897-9F0F-7B674C8865FA}" destId="{165AFE5D-34A5-4C45-8366-B15C5E6C85C8}" srcOrd="8" destOrd="0" presId="urn:microsoft.com/office/officeart/2008/layout/LinedList"/>
    <dgm:cxn modelId="{46FD882B-F9D4-4F75-80AA-81EA761080B0}" type="presParOf" srcId="{002582C9-B68D-4897-9F0F-7B674C8865FA}" destId="{0D86FEC0-3205-429E-BCFD-FCD2CA844EC9}" srcOrd="9" destOrd="0" presId="urn:microsoft.com/office/officeart/2008/layout/LinedList"/>
    <dgm:cxn modelId="{0E40A76D-75F3-4162-AE55-0CF441020149}" type="presParOf" srcId="{0D86FEC0-3205-429E-BCFD-FCD2CA844EC9}" destId="{B2226728-7B17-40CB-B680-6E55806F3812}" srcOrd="0" destOrd="0" presId="urn:microsoft.com/office/officeart/2008/layout/LinedList"/>
    <dgm:cxn modelId="{383F061A-05E2-4330-B2C2-81E9D2993D90}" type="presParOf" srcId="{0D86FEC0-3205-429E-BCFD-FCD2CA844EC9}" destId="{C908723D-E69D-47F2-BB27-C1FDC613C2A9}" srcOrd="1" destOrd="0" presId="urn:microsoft.com/office/officeart/2008/layout/LinedList"/>
    <dgm:cxn modelId="{AD652C80-32FB-4DD5-9DBB-E0284666BD2C}" type="presParOf" srcId="{002582C9-B68D-4897-9F0F-7B674C8865FA}" destId="{22083402-D12A-4E39-B3EC-954F696C9BC3}" srcOrd="10" destOrd="0" presId="urn:microsoft.com/office/officeart/2008/layout/LinedList"/>
    <dgm:cxn modelId="{2B495047-4767-477C-B652-1D576F9ABC52}" type="presParOf" srcId="{002582C9-B68D-4897-9F0F-7B674C8865FA}" destId="{345C5D77-5710-40A2-B3B4-B5987787B210}" srcOrd="11" destOrd="0" presId="urn:microsoft.com/office/officeart/2008/layout/LinedList"/>
    <dgm:cxn modelId="{0B340B8E-CAFE-4C53-98A2-0C8760CD39C1}" type="presParOf" srcId="{345C5D77-5710-40A2-B3B4-B5987787B210}" destId="{B756B305-B2D3-4556-95DD-A8E075879CF6}" srcOrd="0" destOrd="0" presId="urn:microsoft.com/office/officeart/2008/layout/LinedList"/>
    <dgm:cxn modelId="{66DD0ED6-E260-4FAB-86AF-B7C3E204068B}" type="presParOf" srcId="{345C5D77-5710-40A2-B3B4-B5987787B210}" destId="{DFE54D37-4BF8-4D32-8EF9-34B4558F93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B3A759A-26FF-4797-9514-85B3C22CF6B4}" type="doc">
      <dgm:prSet loTypeId="urn:microsoft.com/office/officeart/2005/8/layout/hierarchy1" loCatId="hierarchy" qsTypeId="urn:microsoft.com/office/officeart/2005/8/quickstyle/simple1#12" qsCatId="simple" csTypeId="urn:microsoft.com/office/officeart/2005/8/colors/accent1_2#12" csCatId="accent1"/>
      <dgm:spPr/>
      <dgm:t>
        <a:bodyPr/>
        <a:lstStyle/>
        <a:p>
          <a:endParaRPr lang="en-US"/>
        </a:p>
      </dgm:t>
    </dgm:pt>
    <dgm:pt modelId="{72B8202C-7D22-48F5-A82D-8394202A48AA}">
      <dgm:prSet/>
      <dgm:spPr/>
      <dgm:t>
        <a:bodyPr/>
        <a:lstStyle/>
        <a:p>
          <a:r>
            <a:rPr lang="en-US"/>
            <a:t>✓ Muestra información en la consola del navegador</a:t>
          </a:r>
        </a:p>
      </dgm:t>
    </dgm:pt>
    <dgm:pt modelId="{9351F7F5-1DD1-40A4-8EC1-3B761C13D6BC}" type="parTrans" cxnId="{29F945E4-7C7A-476F-AB69-FD5D3322360A}">
      <dgm:prSet/>
      <dgm:spPr/>
      <dgm:t>
        <a:bodyPr/>
        <a:lstStyle/>
        <a:p>
          <a:endParaRPr lang="en-US"/>
        </a:p>
      </dgm:t>
    </dgm:pt>
    <dgm:pt modelId="{A07AE293-F65B-4526-8D66-EA03EE319EE3}" type="sibTrans" cxnId="{29F945E4-7C7A-476F-AB69-FD5D3322360A}">
      <dgm:prSet/>
      <dgm:spPr/>
      <dgm:t>
        <a:bodyPr/>
        <a:lstStyle/>
        <a:p>
          <a:endParaRPr lang="en-US"/>
        </a:p>
      </dgm:t>
    </dgm:pt>
    <dgm:pt modelId="{8B90F7F8-366B-4501-99C1-59781C46EE27}">
      <dgm:prSet/>
      <dgm:spPr/>
      <dgm:t>
        <a:bodyPr/>
        <a:lstStyle/>
        <a:p>
          <a:r>
            <a:rPr lang="en-US"/>
            <a:t>✓ MÁS ÚTIL que alert(), no interrumpe la ejecución</a:t>
          </a:r>
        </a:p>
      </dgm:t>
    </dgm:pt>
    <dgm:pt modelId="{C51ECABF-5483-410A-9587-A9968D6AE554}" type="parTrans" cxnId="{832D907F-6E50-4E10-8526-642D3D28694F}">
      <dgm:prSet/>
      <dgm:spPr/>
      <dgm:t>
        <a:bodyPr/>
        <a:lstStyle/>
        <a:p>
          <a:endParaRPr lang="en-US"/>
        </a:p>
      </dgm:t>
    </dgm:pt>
    <dgm:pt modelId="{3E070D52-2F45-4CA5-8CB3-B673FEDC227E}" type="sibTrans" cxnId="{832D907F-6E50-4E10-8526-642D3D28694F}">
      <dgm:prSet/>
      <dgm:spPr/>
      <dgm:t>
        <a:bodyPr/>
        <a:lstStyle/>
        <a:p>
          <a:endParaRPr lang="en-US"/>
        </a:p>
      </dgm:t>
    </dgm:pt>
    <dgm:pt modelId="{ED65055B-CC29-4E16-B2F0-010DC0290292}">
      <dgm:prSet/>
      <dgm:spPr/>
      <dgm:t>
        <a:bodyPr/>
        <a:lstStyle/>
        <a:p>
          <a:r>
            <a:rPr lang="en-US"/>
            <a:t>✓ Puedes mostrar texto, números, objetos, arrays, etc.</a:t>
          </a:r>
        </a:p>
      </dgm:t>
    </dgm:pt>
    <dgm:pt modelId="{04710744-0544-443B-BB28-AD89296EDAA1}" type="parTrans" cxnId="{2A9E1E03-69D0-41A2-BE14-83C7826C54F3}">
      <dgm:prSet/>
      <dgm:spPr/>
      <dgm:t>
        <a:bodyPr/>
        <a:lstStyle/>
        <a:p>
          <a:endParaRPr lang="en-US"/>
        </a:p>
      </dgm:t>
    </dgm:pt>
    <dgm:pt modelId="{5225F60F-49AB-4F92-B34D-1B1EB36BFE25}" type="sibTrans" cxnId="{2A9E1E03-69D0-41A2-BE14-83C7826C54F3}">
      <dgm:prSet/>
      <dgm:spPr/>
      <dgm:t>
        <a:bodyPr/>
        <a:lstStyle/>
        <a:p>
          <a:endParaRPr lang="en-US"/>
        </a:p>
      </dgm:t>
    </dgm:pt>
    <dgm:pt modelId="{791462AA-48CC-40B0-8688-44813023BD44}">
      <dgm:prSet/>
      <dgm:spPr/>
      <dgm:t>
        <a:bodyPr/>
        <a:lstStyle/>
        <a:p>
          <a:r>
            <a:rPr lang="en-US"/>
            <a:t>✓ Herramienta esencial para depuración y pruebas</a:t>
          </a:r>
        </a:p>
      </dgm:t>
    </dgm:pt>
    <dgm:pt modelId="{10C1AEFC-B1B0-40A0-ADA2-FCBD34F3381A}" type="parTrans" cxnId="{1CEB462B-FC2C-4A21-9D83-BB8E6F93608E}">
      <dgm:prSet/>
      <dgm:spPr/>
      <dgm:t>
        <a:bodyPr/>
        <a:lstStyle/>
        <a:p>
          <a:endParaRPr lang="en-US"/>
        </a:p>
      </dgm:t>
    </dgm:pt>
    <dgm:pt modelId="{7033E335-7741-4951-9ECE-F22D3344CC5B}" type="sibTrans" cxnId="{1CEB462B-FC2C-4A21-9D83-BB8E6F93608E}">
      <dgm:prSet/>
      <dgm:spPr/>
      <dgm:t>
        <a:bodyPr/>
        <a:lstStyle/>
        <a:p>
          <a:endParaRPr lang="en-US"/>
        </a:p>
      </dgm:t>
    </dgm:pt>
    <dgm:pt modelId="{BB6B27FB-D342-444C-B542-D3FB53CDCF61}" type="pres">
      <dgm:prSet presAssocID="{4B3A759A-26FF-4797-9514-85B3C22CF6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85E622-63EA-4663-A6D1-C72FD9D3DA12}" type="pres">
      <dgm:prSet presAssocID="{72B8202C-7D22-48F5-A82D-8394202A48AA}" presName="hierRoot1" presStyleCnt="0"/>
      <dgm:spPr/>
    </dgm:pt>
    <dgm:pt modelId="{D77017DA-54E1-4017-9D3F-CDF0B974BFA0}" type="pres">
      <dgm:prSet presAssocID="{72B8202C-7D22-48F5-A82D-8394202A48AA}" presName="composite" presStyleCnt="0"/>
      <dgm:spPr/>
    </dgm:pt>
    <dgm:pt modelId="{9481D383-7A37-4E1E-B1A8-FA5F5E1E1DD4}" type="pres">
      <dgm:prSet presAssocID="{72B8202C-7D22-48F5-A82D-8394202A48AA}" presName="background" presStyleLbl="node0" presStyleIdx="0" presStyleCnt="4"/>
      <dgm:spPr/>
    </dgm:pt>
    <dgm:pt modelId="{8CE75D3F-1D8A-44D7-83A3-EB902556C43A}" type="pres">
      <dgm:prSet presAssocID="{72B8202C-7D22-48F5-A82D-8394202A48AA}" presName="text" presStyleLbl="fgAcc0" presStyleIdx="0" presStyleCnt="4">
        <dgm:presLayoutVars>
          <dgm:chPref val="3"/>
        </dgm:presLayoutVars>
      </dgm:prSet>
      <dgm:spPr/>
    </dgm:pt>
    <dgm:pt modelId="{878F141D-FFB9-4951-AC0B-97D0A0911770}" type="pres">
      <dgm:prSet presAssocID="{72B8202C-7D22-48F5-A82D-8394202A48AA}" presName="hierChild2" presStyleCnt="0"/>
      <dgm:spPr/>
    </dgm:pt>
    <dgm:pt modelId="{F051E167-AC76-4EEF-A738-623FCDF2091D}" type="pres">
      <dgm:prSet presAssocID="{8B90F7F8-366B-4501-99C1-59781C46EE27}" presName="hierRoot1" presStyleCnt="0"/>
      <dgm:spPr/>
    </dgm:pt>
    <dgm:pt modelId="{97CC1AEE-360E-4282-8E41-A8538755C503}" type="pres">
      <dgm:prSet presAssocID="{8B90F7F8-366B-4501-99C1-59781C46EE27}" presName="composite" presStyleCnt="0"/>
      <dgm:spPr/>
    </dgm:pt>
    <dgm:pt modelId="{62D01929-275A-40EB-BD83-656150851A8E}" type="pres">
      <dgm:prSet presAssocID="{8B90F7F8-366B-4501-99C1-59781C46EE27}" presName="background" presStyleLbl="node0" presStyleIdx="1" presStyleCnt="4"/>
      <dgm:spPr/>
    </dgm:pt>
    <dgm:pt modelId="{CB27D536-F463-42B9-B713-CD40856DD051}" type="pres">
      <dgm:prSet presAssocID="{8B90F7F8-366B-4501-99C1-59781C46EE27}" presName="text" presStyleLbl="fgAcc0" presStyleIdx="1" presStyleCnt="4">
        <dgm:presLayoutVars>
          <dgm:chPref val="3"/>
        </dgm:presLayoutVars>
      </dgm:prSet>
      <dgm:spPr/>
    </dgm:pt>
    <dgm:pt modelId="{F1A120F9-6A5C-4130-879A-8C952F56FFE9}" type="pres">
      <dgm:prSet presAssocID="{8B90F7F8-366B-4501-99C1-59781C46EE27}" presName="hierChild2" presStyleCnt="0"/>
      <dgm:spPr/>
    </dgm:pt>
    <dgm:pt modelId="{350ACAA8-710F-49D3-B6A5-4F2F93C30092}" type="pres">
      <dgm:prSet presAssocID="{ED65055B-CC29-4E16-B2F0-010DC0290292}" presName="hierRoot1" presStyleCnt="0"/>
      <dgm:spPr/>
    </dgm:pt>
    <dgm:pt modelId="{D7C1C82C-0AAC-4882-B2EA-C051E1B17B1D}" type="pres">
      <dgm:prSet presAssocID="{ED65055B-CC29-4E16-B2F0-010DC0290292}" presName="composite" presStyleCnt="0"/>
      <dgm:spPr/>
    </dgm:pt>
    <dgm:pt modelId="{6ADBD006-3C4B-4AE5-BA06-C5B5861AB9B9}" type="pres">
      <dgm:prSet presAssocID="{ED65055B-CC29-4E16-B2F0-010DC0290292}" presName="background" presStyleLbl="node0" presStyleIdx="2" presStyleCnt="4"/>
      <dgm:spPr/>
    </dgm:pt>
    <dgm:pt modelId="{D7576080-1863-4990-9558-B731A2FC2930}" type="pres">
      <dgm:prSet presAssocID="{ED65055B-CC29-4E16-B2F0-010DC0290292}" presName="text" presStyleLbl="fgAcc0" presStyleIdx="2" presStyleCnt="4">
        <dgm:presLayoutVars>
          <dgm:chPref val="3"/>
        </dgm:presLayoutVars>
      </dgm:prSet>
      <dgm:spPr/>
    </dgm:pt>
    <dgm:pt modelId="{8DA3A7B3-D83D-4FD3-ACC8-4EB26FFD5271}" type="pres">
      <dgm:prSet presAssocID="{ED65055B-CC29-4E16-B2F0-010DC0290292}" presName="hierChild2" presStyleCnt="0"/>
      <dgm:spPr/>
    </dgm:pt>
    <dgm:pt modelId="{AC7E92CA-B178-4EC5-BD7F-16AC08740F52}" type="pres">
      <dgm:prSet presAssocID="{791462AA-48CC-40B0-8688-44813023BD44}" presName="hierRoot1" presStyleCnt="0"/>
      <dgm:spPr/>
    </dgm:pt>
    <dgm:pt modelId="{2C29A543-9945-4285-813F-571AF6A6A68B}" type="pres">
      <dgm:prSet presAssocID="{791462AA-48CC-40B0-8688-44813023BD44}" presName="composite" presStyleCnt="0"/>
      <dgm:spPr/>
    </dgm:pt>
    <dgm:pt modelId="{8674859C-3E50-46FC-B6F3-6FA30EF38F6C}" type="pres">
      <dgm:prSet presAssocID="{791462AA-48CC-40B0-8688-44813023BD44}" presName="background" presStyleLbl="node0" presStyleIdx="3" presStyleCnt="4"/>
      <dgm:spPr/>
    </dgm:pt>
    <dgm:pt modelId="{66F73DB0-B96C-480C-AA07-9381A644164F}" type="pres">
      <dgm:prSet presAssocID="{791462AA-48CC-40B0-8688-44813023BD44}" presName="text" presStyleLbl="fgAcc0" presStyleIdx="3" presStyleCnt="4">
        <dgm:presLayoutVars>
          <dgm:chPref val="3"/>
        </dgm:presLayoutVars>
      </dgm:prSet>
      <dgm:spPr/>
    </dgm:pt>
    <dgm:pt modelId="{EA8FB382-F6F7-48D2-B3E2-C2025B30ACD1}" type="pres">
      <dgm:prSet presAssocID="{791462AA-48CC-40B0-8688-44813023BD44}" presName="hierChild2" presStyleCnt="0"/>
      <dgm:spPr/>
    </dgm:pt>
  </dgm:ptLst>
  <dgm:cxnLst>
    <dgm:cxn modelId="{2A9E1E03-69D0-41A2-BE14-83C7826C54F3}" srcId="{4B3A759A-26FF-4797-9514-85B3C22CF6B4}" destId="{ED65055B-CC29-4E16-B2F0-010DC0290292}" srcOrd="2" destOrd="0" parTransId="{04710744-0544-443B-BB28-AD89296EDAA1}" sibTransId="{5225F60F-49AB-4F92-B34D-1B1EB36BFE25}"/>
    <dgm:cxn modelId="{5A232E10-9FFF-4A05-92EE-1E8C947E9E05}" type="presOf" srcId="{4B3A759A-26FF-4797-9514-85B3C22CF6B4}" destId="{BB6B27FB-D342-444C-B542-D3FB53CDCF61}" srcOrd="0" destOrd="0" presId="urn:microsoft.com/office/officeart/2005/8/layout/hierarchy1"/>
    <dgm:cxn modelId="{D97DBB1F-FA52-4363-A6E5-7612B7F6BF44}" type="presOf" srcId="{72B8202C-7D22-48F5-A82D-8394202A48AA}" destId="{8CE75D3F-1D8A-44D7-83A3-EB902556C43A}" srcOrd="0" destOrd="0" presId="urn:microsoft.com/office/officeart/2005/8/layout/hierarchy1"/>
    <dgm:cxn modelId="{1CEB462B-FC2C-4A21-9D83-BB8E6F93608E}" srcId="{4B3A759A-26FF-4797-9514-85B3C22CF6B4}" destId="{791462AA-48CC-40B0-8688-44813023BD44}" srcOrd="3" destOrd="0" parTransId="{10C1AEFC-B1B0-40A0-ADA2-FCBD34F3381A}" sibTransId="{7033E335-7741-4951-9ECE-F22D3344CC5B}"/>
    <dgm:cxn modelId="{E79F2A2F-7F00-4297-9576-8DC14018A77B}" type="presOf" srcId="{8B90F7F8-366B-4501-99C1-59781C46EE27}" destId="{CB27D536-F463-42B9-B713-CD40856DD051}" srcOrd="0" destOrd="0" presId="urn:microsoft.com/office/officeart/2005/8/layout/hierarchy1"/>
    <dgm:cxn modelId="{832D907F-6E50-4E10-8526-642D3D28694F}" srcId="{4B3A759A-26FF-4797-9514-85B3C22CF6B4}" destId="{8B90F7F8-366B-4501-99C1-59781C46EE27}" srcOrd="1" destOrd="0" parTransId="{C51ECABF-5483-410A-9587-A9968D6AE554}" sibTransId="{3E070D52-2F45-4CA5-8CB3-B673FEDC227E}"/>
    <dgm:cxn modelId="{07A6DDCE-8108-491F-B8D9-A723D90C83D2}" type="presOf" srcId="{791462AA-48CC-40B0-8688-44813023BD44}" destId="{66F73DB0-B96C-480C-AA07-9381A644164F}" srcOrd="0" destOrd="0" presId="urn:microsoft.com/office/officeart/2005/8/layout/hierarchy1"/>
    <dgm:cxn modelId="{8AE811DA-9D9E-4E0A-9672-A1788C65F76D}" type="presOf" srcId="{ED65055B-CC29-4E16-B2F0-010DC0290292}" destId="{D7576080-1863-4990-9558-B731A2FC2930}" srcOrd="0" destOrd="0" presId="urn:microsoft.com/office/officeart/2005/8/layout/hierarchy1"/>
    <dgm:cxn modelId="{29F945E4-7C7A-476F-AB69-FD5D3322360A}" srcId="{4B3A759A-26FF-4797-9514-85B3C22CF6B4}" destId="{72B8202C-7D22-48F5-A82D-8394202A48AA}" srcOrd="0" destOrd="0" parTransId="{9351F7F5-1DD1-40A4-8EC1-3B761C13D6BC}" sibTransId="{A07AE293-F65B-4526-8D66-EA03EE319EE3}"/>
    <dgm:cxn modelId="{F5961C8C-41F7-445F-AE2A-A8FBD29C45A4}" type="presParOf" srcId="{BB6B27FB-D342-444C-B542-D3FB53CDCF61}" destId="{C885E622-63EA-4663-A6D1-C72FD9D3DA12}" srcOrd="0" destOrd="0" presId="urn:microsoft.com/office/officeart/2005/8/layout/hierarchy1"/>
    <dgm:cxn modelId="{2035B437-FAA3-4B5D-B06B-EC08D28AA4F8}" type="presParOf" srcId="{C885E622-63EA-4663-A6D1-C72FD9D3DA12}" destId="{D77017DA-54E1-4017-9D3F-CDF0B974BFA0}" srcOrd="0" destOrd="0" presId="urn:microsoft.com/office/officeart/2005/8/layout/hierarchy1"/>
    <dgm:cxn modelId="{51C6289D-D540-4974-87C0-41CCEE80F18D}" type="presParOf" srcId="{D77017DA-54E1-4017-9D3F-CDF0B974BFA0}" destId="{9481D383-7A37-4E1E-B1A8-FA5F5E1E1DD4}" srcOrd="0" destOrd="0" presId="urn:microsoft.com/office/officeart/2005/8/layout/hierarchy1"/>
    <dgm:cxn modelId="{769A77E3-51FE-4D5B-8AEF-5664C82A4F62}" type="presParOf" srcId="{D77017DA-54E1-4017-9D3F-CDF0B974BFA0}" destId="{8CE75D3F-1D8A-44D7-83A3-EB902556C43A}" srcOrd="1" destOrd="0" presId="urn:microsoft.com/office/officeart/2005/8/layout/hierarchy1"/>
    <dgm:cxn modelId="{4BCA6039-20F8-4DC8-A0A3-F5950073FD1C}" type="presParOf" srcId="{C885E622-63EA-4663-A6D1-C72FD9D3DA12}" destId="{878F141D-FFB9-4951-AC0B-97D0A0911770}" srcOrd="1" destOrd="0" presId="urn:microsoft.com/office/officeart/2005/8/layout/hierarchy1"/>
    <dgm:cxn modelId="{51B3B086-3363-4C62-BCB5-3E626D7B3B65}" type="presParOf" srcId="{BB6B27FB-D342-444C-B542-D3FB53CDCF61}" destId="{F051E167-AC76-4EEF-A738-623FCDF2091D}" srcOrd="1" destOrd="0" presId="urn:microsoft.com/office/officeart/2005/8/layout/hierarchy1"/>
    <dgm:cxn modelId="{8139D5FE-FC41-4704-B61A-E4E54121135C}" type="presParOf" srcId="{F051E167-AC76-4EEF-A738-623FCDF2091D}" destId="{97CC1AEE-360E-4282-8E41-A8538755C503}" srcOrd="0" destOrd="0" presId="urn:microsoft.com/office/officeart/2005/8/layout/hierarchy1"/>
    <dgm:cxn modelId="{D939E301-B91A-420F-9061-B295808A94DD}" type="presParOf" srcId="{97CC1AEE-360E-4282-8E41-A8538755C503}" destId="{62D01929-275A-40EB-BD83-656150851A8E}" srcOrd="0" destOrd="0" presId="urn:microsoft.com/office/officeart/2005/8/layout/hierarchy1"/>
    <dgm:cxn modelId="{2EB98D82-1581-4E8C-9AD6-A25EA20BBAA9}" type="presParOf" srcId="{97CC1AEE-360E-4282-8E41-A8538755C503}" destId="{CB27D536-F463-42B9-B713-CD40856DD051}" srcOrd="1" destOrd="0" presId="urn:microsoft.com/office/officeart/2005/8/layout/hierarchy1"/>
    <dgm:cxn modelId="{5FC123E9-014C-4D72-AD94-139A7DBF9313}" type="presParOf" srcId="{F051E167-AC76-4EEF-A738-623FCDF2091D}" destId="{F1A120F9-6A5C-4130-879A-8C952F56FFE9}" srcOrd="1" destOrd="0" presId="urn:microsoft.com/office/officeart/2005/8/layout/hierarchy1"/>
    <dgm:cxn modelId="{92F252C3-8F45-40C6-9F1D-92E6BF6B4CF0}" type="presParOf" srcId="{BB6B27FB-D342-444C-B542-D3FB53CDCF61}" destId="{350ACAA8-710F-49D3-B6A5-4F2F93C30092}" srcOrd="2" destOrd="0" presId="urn:microsoft.com/office/officeart/2005/8/layout/hierarchy1"/>
    <dgm:cxn modelId="{561B442E-4AD0-4C85-970D-9CA2B74C679C}" type="presParOf" srcId="{350ACAA8-710F-49D3-B6A5-4F2F93C30092}" destId="{D7C1C82C-0AAC-4882-B2EA-C051E1B17B1D}" srcOrd="0" destOrd="0" presId="urn:microsoft.com/office/officeart/2005/8/layout/hierarchy1"/>
    <dgm:cxn modelId="{F7ED6BAF-B69D-4292-BAC9-2E4E677CE0F7}" type="presParOf" srcId="{D7C1C82C-0AAC-4882-B2EA-C051E1B17B1D}" destId="{6ADBD006-3C4B-4AE5-BA06-C5B5861AB9B9}" srcOrd="0" destOrd="0" presId="urn:microsoft.com/office/officeart/2005/8/layout/hierarchy1"/>
    <dgm:cxn modelId="{E746F7D6-77BC-4AAA-9A8E-47367829AF3B}" type="presParOf" srcId="{D7C1C82C-0AAC-4882-B2EA-C051E1B17B1D}" destId="{D7576080-1863-4990-9558-B731A2FC2930}" srcOrd="1" destOrd="0" presId="urn:microsoft.com/office/officeart/2005/8/layout/hierarchy1"/>
    <dgm:cxn modelId="{BECB1EAD-494F-41A8-BEFA-873B9F1BCC82}" type="presParOf" srcId="{350ACAA8-710F-49D3-B6A5-4F2F93C30092}" destId="{8DA3A7B3-D83D-4FD3-ACC8-4EB26FFD5271}" srcOrd="1" destOrd="0" presId="urn:microsoft.com/office/officeart/2005/8/layout/hierarchy1"/>
    <dgm:cxn modelId="{3E1C8B5C-6514-4B65-92A1-25F991BCA7A5}" type="presParOf" srcId="{BB6B27FB-D342-444C-B542-D3FB53CDCF61}" destId="{AC7E92CA-B178-4EC5-BD7F-16AC08740F52}" srcOrd="3" destOrd="0" presId="urn:microsoft.com/office/officeart/2005/8/layout/hierarchy1"/>
    <dgm:cxn modelId="{DFD7BB8F-A20E-4460-9C5C-D81F4A2EB18F}" type="presParOf" srcId="{AC7E92CA-B178-4EC5-BD7F-16AC08740F52}" destId="{2C29A543-9945-4285-813F-571AF6A6A68B}" srcOrd="0" destOrd="0" presId="urn:microsoft.com/office/officeart/2005/8/layout/hierarchy1"/>
    <dgm:cxn modelId="{15A99802-108C-4A21-9C8D-509F5D17D62C}" type="presParOf" srcId="{2C29A543-9945-4285-813F-571AF6A6A68B}" destId="{8674859C-3E50-46FC-B6F3-6FA30EF38F6C}" srcOrd="0" destOrd="0" presId="urn:microsoft.com/office/officeart/2005/8/layout/hierarchy1"/>
    <dgm:cxn modelId="{8938FBA0-E4E6-4C9E-B6F6-D14CDB3111CB}" type="presParOf" srcId="{2C29A543-9945-4285-813F-571AF6A6A68B}" destId="{66F73DB0-B96C-480C-AA07-9381A644164F}" srcOrd="1" destOrd="0" presId="urn:microsoft.com/office/officeart/2005/8/layout/hierarchy1"/>
    <dgm:cxn modelId="{FDB1D34A-C6D9-4A15-AE9F-1A2D4B58FBFD}" type="presParOf" srcId="{AC7E92CA-B178-4EC5-BD7F-16AC08740F52}" destId="{EA8FB382-F6F7-48D2-B3E2-C2025B30AC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73E1479-57DB-4A76-A7C5-4CAC72EA52F8}" type="doc">
      <dgm:prSet loTypeId="urn:microsoft.com/office/officeart/2018/2/layout/IconVerticalSolidList" loCatId="icon" qsTypeId="urn:microsoft.com/office/officeart/2005/8/quickstyle/simple1#13" qsCatId="simple" csTypeId="urn:microsoft.com/office/officeart/2005/8/colors/accent1_2#13" csCatId="accent1" phldr="1"/>
      <dgm:spPr/>
      <dgm:t>
        <a:bodyPr/>
        <a:lstStyle/>
        <a:p>
          <a:endParaRPr lang="en-US"/>
        </a:p>
      </dgm:t>
    </dgm:pt>
    <dgm:pt modelId="{68785119-9E95-44FA-998A-06796F6998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▪ alert('</a:t>
          </a:r>
          <a:r>
            <a:rPr lang="en-US" dirty="0" err="1"/>
            <a:t>Mensaje</a:t>
          </a:r>
          <a:r>
            <a:rPr lang="en-US" dirty="0"/>
            <a:t>'): </a:t>
          </a:r>
          <a:r>
            <a:rPr lang="en-US" dirty="0" err="1"/>
            <a:t>Muestra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ventana</a:t>
          </a:r>
          <a:r>
            <a:rPr lang="en-US" dirty="0"/>
            <a:t> </a:t>
          </a:r>
          <a:r>
            <a:rPr lang="en-US" dirty="0" err="1"/>
            <a:t>emergente</a:t>
          </a:r>
          <a:endParaRPr lang="en-US" dirty="0"/>
        </a:p>
      </dgm:t>
    </dgm:pt>
    <dgm:pt modelId="{C4A3AA23-B32D-404C-A219-0329EBBE4FF5}" type="parTrans" cxnId="{AD0F63AD-6904-47F9-BD7C-37F783221A2D}">
      <dgm:prSet/>
      <dgm:spPr/>
      <dgm:t>
        <a:bodyPr/>
        <a:lstStyle/>
        <a:p>
          <a:endParaRPr lang="en-US"/>
        </a:p>
      </dgm:t>
    </dgm:pt>
    <dgm:pt modelId="{865ED1B9-04B4-4744-B4EC-0AE6E6B846B4}" type="sibTrans" cxnId="{AD0F63AD-6904-47F9-BD7C-37F783221A2D}">
      <dgm:prSet/>
      <dgm:spPr/>
      <dgm:t>
        <a:bodyPr/>
        <a:lstStyle/>
        <a:p>
          <a:endParaRPr lang="en-US"/>
        </a:p>
      </dgm:t>
    </dgm:pt>
    <dgm:pt modelId="{2F7E719E-99A9-44FE-8B10-340ED56652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console.log('Mensaje'): Muestra en la consola</a:t>
          </a:r>
        </a:p>
      </dgm:t>
    </dgm:pt>
    <dgm:pt modelId="{6978BA30-4BED-4BFC-B2D4-87DBF65F2762}" type="parTrans" cxnId="{81A49AB1-F38F-428C-86A7-A3118147CA21}">
      <dgm:prSet/>
      <dgm:spPr/>
      <dgm:t>
        <a:bodyPr/>
        <a:lstStyle/>
        <a:p>
          <a:endParaRPr lang="en-US"/>
        </a:p>
      </dgm:t>
    </dgm:pt>
    <dgm:pt modelId="{1BB10A57-AC79-43D8-A0AD-EFC6E36F5D26}" type="sibTrans" cxnId="{81A49AB1-F38F-428C-86A7-A3118147CA21}">
      <dgm:prSet/>
      <dgm:spPr/>
      <dgm:t>
        <a:bodyPr/>
        <a:lstStyle/>
        <a:p>
          <a:endParaRPr lang="en-US"/>
        </a:p>
      </dgm:t>
    </dgm:pt>
    <dgm:pt modelId="{8C77541A-95EE-4F45-89C2-DAA479838A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console.warn('Advertencia'): Muestra advertencia en consola</a:t>
          </a:r>
        </a:p>
      </dgm:t>
    </dgm:pt>
    <dgm:pt modelId="{87CCFCEB-DCBB-4927-8352-52EF76F823C1}" type="parTrans" cxnId="{BA8BFA48-FE8B-43AE-AA00-0BD51B2038EC}">
      <dgm:prSet/>
      <dgm:spPr/>
      <dgm:t>
        <a:bodyPr/>
        <a:lstStyle/>
        <a:p>
          <a:endParaRPr lang="en-US"/>
        </a:p>
      </dgm:t>
    </dgm:pt>
    <dgm:pt modelId="{2F3FF14C-0578-473D-9A38-F8D4219B9624}" type="sibTrans" cxnId="{BA8BFA48-FE8B-43AE-AA00-0BD51B2038EC}">
      <dgm:prSet/>
      <dgm:spPr/>
      <dgm:t>
        <a:bodyPr/>
        <a:lstStyle/>
        <a:p>
          <a:endParaRPr lang="en-US"/>
        </a:p>
      </dgm:t>
    </dgm:pt>
    <dgm:pt modelId="{7CBB32B0-CD94-4DBA-A385-668E0678C8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console.error('Error'): Muestra error en consola</a:t>
          </a:r>
        </a:p>
      </dgm:t>
    </dgm:pt>
    <dgm:pt modelId="{C97F3D98-015B-4ABF-A424-53CE2EC250BB}" type="parTrans" cxnId="{054FC28B-1627-4DCE-BB52-BD0B5F662562}">
      <dgm:prSet/>
      <dgm:spPr/>
      <dgm:t>
        <a:bodyPr/>
        <a:lstStyle/>
        <a:p>
          <a:endParaRPr lang="en-US"/>
        </a:p>
      </dgm:t>
    </dgm:pt>
    <dgm:pt modelId="{DD9320AF-E48D-4078-9633-3BC447E1A24B}" type="sibTrans" cxnId="{054FC28B-1627-4DCE-BB52-BD0B5F662562}">
      <dgm:prSet/>
      <dgm:spPr/>
      <dgm:t>
        <a:bodyPr/>
        <a:lstStyle/>
        <a:p>
          <a:endParaRPr lang="en-US"/>
        </a:p>
      </dgm:t>
    </dgm:pt>
    <dgm:pt modelId="{3FF88AB7-9780-4279-81E5-A33FE24DB2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document.write('Texto'): Escribe directamente en la página</a:t>
          </a:r>
          <a:r>
            <a:rPr lang="es-ES"/>
            <a:t>. NO UTILIZAR</a:t>
          </a:r>
          <a:endParaRPr lang="en-US"/>
        </a:p>
      </dgm:t>
    </dgm:pt>
    <dgm:pt modelId="{33761FBC-FC39-4ABE-B60B-300CA5F6D93E}" type="parTrans" cxnId="{4AF15B0D-B512-4963-AE4B-199C7F65F39E}">
      <dgm:prSet/>
      <dgm:spPr/>
      <dgm:t>
        <a:bodyPr/>
        <a:lstStyle/>
        <a:p>
          <a:endParaRPr lang="en-US"/>
        </a:p>
      </dgm:t>
    </dgm:pt>
    <dgm:pt modelId="{016570E8-87AB-40BF-A522-BDC773CA6F61}" type="sibTrans" cxnId="{4AF15B0D-B512-4963-AE4B-199C7F65F39E}">
      <dgm:prSet/>
      <dgm:spPr/>
      <dgm:t>
        <a:bodyPr/>
        <a:lstStyle/>
        <a:p>
          <a:endParaRPr lang="en-US"/>
        </a:p>
      </dgm:t>
    </dgm:pt>
    <dgm:pt modelId="{1D3BF00E-78B5-41DA-AF4A-3F77A5170D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innerHTML: Modifica contenido HTML (avanzado)</a:t>
          </a:r>
        </a:p>
      </dgm:t>
    </dgm:pt>
    <dgm:pt modelId="{54727F70-0DDC-4456-B4F0-0EAF99E4B00C}" type="parTrans" cxnId="{AD86477D-F4A7-4B4C-A342-22E6A29DA81A}">
      <dgm:prSet/>
      <dgm:spPr/>
      <dgm:t>
        <a:bodyPr/>
        <a:lstStyle/>
        <a:p>
          <a:endParaRPr lang="en-US"/>
        </a:p>
      </dgm:t>
    </dgm:pt>
    <dgm:pt modelId="{5A16BB22-BE8F-4DFC-972D-1ACEFEEA8158}" type="sibTrans" cxnId="{AD86477D-F4A7-4B4C-A342-22E6A29DA81A}">
      <dgm:prSet/>
      <dgm:spPr/>
      <dgm:t>
        <a:bodyPr/>
        <a:lstStyle/>
        <a:p>
          <a:endParaRPr lang="en-US"/>
        </a:p>
      </dgm:t>
    </dgm:pt>
    <dgm:pt modelId="{AAD3B77C-2BC4-4409-9B7F-16B6F25C9BF3}" type="pres">
      <dgm:prSet presAssocID="{073E1479-57DB-4A76-A7C5-4CAC72EA52F8}" presName="root" presStyleCnt="0">
        <dgm:presLayoutVars>
          <dgm:dir/>
          <dgm:resizeHandles val="exact"/>
        </dgm:presLayoutVars>
      </dgm:prSet>
      <dgm:spPr/>
    </dgm:pt>
    <dgm:pt modelId="{CD52C0EE-B049-4EB1-B486-A3A7A1B1B592}" type="pres">
      <dgm:prSet presAssocID="{68785119-9E95-44FA-998A-06796F6998F7}" presName="compNode" presStyleCnt="0"/>
      <dgm:spPr/>
    </dgm:pt>
    <dgm:pt modelId="{7CA58C4B-CBB9-4D17-B1D2-32E24EF6EACC}" type="pres">
      <dgm:prSet presAssocID="{68785119-9E95-44FA-998A-06796F6998F7}" presName="bgRect" presStyleLbl="bgShp" presStyleIdx="0" presStyleCnt="6"/>
      <dgm:spPr/>
    </dgm:pt>
    <dgm:pt modelId="{559D2E49-F1A2-4D05-B07F-4BE69B66A14D}" type="pres">
      <dgm:prSet presAssocID="{68785119-9E95-44FA-998A-06796F6998F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reja"/>
        </a:ext>
      </dgm:extLst>
    </dgm:pt>
    <dgm:pt modelId="{FC4D11B3-5B63-4938-9D31-B7A918CD60C9}" type="pres">
      <dgm:prSet presAssocID="{68785119-9E95-44FA-998A-06796F6998F7}" presName="spaceRect" presStyleCnt="0"/>
      <dgm:spPr/>
    </dgm:pt>
    <dgm:pt modelId="{8CAEED94-DD2D-4E3A-BFF2-4105C0C89511}" type="pres">
      <dgm:prSet presAssocID="{68785119-9E95-44FA-998A-06796F6998F7}" presName="parTx" presStyleLbl="revTx" presStyleIdx="0" presStyleCnt="6">
        <dgm:presLayoutVars>
          <dgm:chMax val="0"/>
          <dgm:chPref val="0"/>
        </dgm:presLayoutVars>
      </dgm:prSet>
      <dgm:spPr/>
    </dgm:pt>
    <dgm:pt modelId="{51222886-A860-46B3-9FAF-DDD230173EBA}" type="pres">
      <dgm:prSet presAssocID="{865ED1B9-04B4-4744-B4EC-0AE6E6B846B4}" presName="sibTrans" presStyleCnt="0"/>
      <dgm:spPr/>
    </dgm:pt>
    <dgm:pt modelId="{8B391D17-9EF7-4062-BD97-9FC88E992F71}" type="pres">
      <dgm:prSet presAssocID="{2F7E719E-99A9-44FE-8B10-340ED566522B}" presName="compNode" presStyleCnt="0"/>
      <dgm:spPr/>
    </dgm:pt>
    <dgm:pt modelId="{C2276BA2-A2CB-462B-A962-656249527C58}" type="pres">
      <dgm:prSet presAssocID="{2F7E719E-99A9-44FE-8B10-340ED566522B}" presName="bgRect" presStyleLbl="bgShp" presStyleIdx="1" presStyleCnt="6"/>
      <dgm:spPr/>
    </dgm:pt>
    <dgm:pt modelId="{241F44DB-E626-430F-BFAB-77C2E1B2F492}" type="pres">
      <dgm:prSet presAssocID="{2F7E719E-99A9-44FE-8B10-340ED566522B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59545B42-DED5-44A8-8A78-FE7913248B0F}" type="pres">
      <dgm:prSet presAssocID="{2F7E719E-99A9-44FE-8B10-340ED566522B}" presName="spaceRect" presStyleCnt="0"/>
      <dgm:spPr/>
    </dgm:pt>
    <dgm:pt modelId="{3003BEF3-83C4-4102-A2CB-FAA32B7F4A82}" type="pres">
      <dgm:prSet presAssocID="{2F7E719E-99A9-44FE-8B10-340ED566522B}" presName="parTx" presStyleLbl="revTx" presStyleIdx="1" presStyleCnt="6">
        <dgm:presLayoutVars>
          <dgm:chMax val="0"/>
          <dgm:chPref val="0"/>
        </dgm:presLayoutVars>
      </dgm:prSet>
      <dgm:spPr/>
    </dgm:pt>
    <dgm:pt modelId="{905A9C63-54A7-4781-A396-CD8AB04B8BD7}" type="pres">
      <dgm:prSet presAssocID="{1BB10A57-AC79-43D8-A0AD-EFC6E36F5D26}" presName="sibTrans" presStyleCnt="0"/>
      <dgm:spPr/>
    </dgm:pt>
    <dgm:pt modelId="{BFD1D4C2-01BF-480D-813B-756DB2DB7B01}" type="pres">
      <dgm:prSet presAssocID="{8C77541A-95EE-4F45-89C2-DAA479838A5C}" presName="compNode" presStyleCnt="0"/>
      <dgm:spPr/>
    </dgm:pt>
    <dgm:pt modelId="{9A725ABA-3D23-4C94-8E06-493CF0438CD3}" type="pres">
      <dgm:prSet presAssocID="{8C77541A-95EE-4F45-89C2-DAA479838A5C}" presName="bgRect" presStyleLbl="bgShp" presStyleIdx="2" presStyleCnt="6"/>
      <dgm:spPr/>
    </dgm:pt>
    <dgm:pt modelId="{B7EA491B-CD8C-4B1D-A638-B1920C706C25}" type="pres">
      <dgm:prSet presAssocID="{8C77541A-95EE-4F45-89C2-DAA479838A5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2379221F-7017-4114-8234-D49B1BAA05B7}" type="pres">
      <dgm:prSet presAssocID="{8C77541A-95EE-4F45-89C2-DAA479838A5C}" presName="spaceRect" presStyleCnt="0"/>
      <dgm:spPr/>
    </dgm:pt>
    <dgm:pt modelId="{06DAE8A5-A07C-4E4F-9A5E-BDD4EEE60545}" type="pres">
      <dgm:prSet presAssocID="{8C77541A-95EE-4F45-89C2-DAA479838A5C}" presName="parTx" presStyleLbl="revTx" presStyleIdx="2" presStyleCnt="6">
        <dgm:presLayoutVars>
          <dgm:chMax val="0"/>
          <dgm:chPref val="0"/>
        </dgm:presLayoutVars>
      </dgm:prSet>
      <dgm:spPr/>
    </dgm:pt>
    <dgm:pt modelId="{24D840F0-5B89-4E8B-8E26-C1C3D21986D4}" type="pres">
      <dgm:prSet presAssocID="{2F3FF14C-0578-473D-9A38-F8D4219B9624}" presName="sibTrans" presStyleCnt="0"/>
      <dgm:spPr/>
    </dgm:pt>
    <dgm:pt modelId="{78690D46-BC1B-4499-832B-A7D70175682D}" type="pres">
      <dgm:prSet presAssocID="{7CBB32B0-CD94-4DBA-A385-668E0678C8D1}" presName="compNode" presStyleCnt="0"/>
      <dgm:spPr/>
    </dgm:pt>
    <dgm:pt modelId="{12CD15CA-1DB0-4F8C-BEA9-5AA84BF90698}" type="pres">
      <dgm:prSet presAssocID="{7CBB32B0-CD94-4DBA-A385-668E0678C8D1}" presName="bgRect" presStyleLbl="bgShp" presStyleIdx="3" presStyleCnt="6"/>
      <dgm:spPr/>
    </dgm:pt>
    <dgm:pt modelId="{2C09C900-8825-4212-AF29-E1B7050136CB}" type="pres">
      <dgm:prSet presAssocID="{7CBB32B0-CD94-4DBA-A385-668E0678C8D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5BC1C1C1-DEFB-430B-B72D-B55F5F6DC412}" type="pres">
      <dgm:prSet presAssocID="{7CBB32B0-CD94-4DBA-A385-668E0678C8D1}" presName="spaceRect" presStyleCnt="0"/>
      <dgm:spPr/>
    </dgm:pt>
    <dgm:pt modelId="{2FBA928E-644E-48D4-87A4-795CAB5CB583}" type="pres">
      <dgm:prSet presAssocID="{7CBB32B0-CD94-4DBA-A385-668E0678C8D1}" presName="parTx" presStyleLbl="revTx" presStyleIdx="3" presStyleCnt="6">
        <dgm:presLayoutVars>
          <dgm:chMax val="0"/>
          <dgm:chPref val="0"/>
        </dgm:presLayoutVars>
      </dgm:prSet>
      <dgm:spPr/>
    </dgm:pt>
    <dgm:pt modelId="{E7A5033D-769C-461D-B314-DCB211BC83F0}" type="pres">
      <dgm:prSet presAssocID="{DD9320AF-E48D-4078-9633-3BC447E1A24B}" presName="sibTrans" presStyleCnt="0"/>
      <dgm:spPr/>
    </dgm:pt>
    <dgm:pt modelId="{38BAB6EF-BC77-48C6-88C0-E8EE94638B80}" type="pres">
      <dgm:prSet presAssocID="{3FF88AB7-9780-4279-81E5-A33FE24DB2D7}" presName="compNode" presStyleCnt="0"/>
      <dgm:spPr/>
    </dgm:pt>
    <dgm:pt modelId="{DBCAEDC4-424A-42E2-A7E9-BED5647355B7}" type="pres">
      <dgm:prSet presAssocID="{3FF88AB7-9780-4279-81E5-A33FE24DB2D7}" presName="bgRect" presStyleLbl="bgShp" presStyleIdx="4" presStyleCnt="6"/>
      <dgm:spPr/>
    </dgm:pt>
    <dgm:pt modelId="{BABCAEA3-B127-4435-8FDB-99735C94E228}" type="pres">
      <dgm:prSet presAssocID="{3FF88AB7-9780-4279-81E5-A33FE24DB2D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53974522-1310-482D-99ED-8C70EA0E23AE}" type="pres">
      <dgm:prSet presAssocID="{3FF88AB7-9780-4279-81E5-A33FE24DB2D7}" presName="spaceRect" presStyleCnt="0"/>
      <dgm:spPr/>
    </dgm:pt>
    <dgm:pt modelId="{4F7D1C4C-D8D8-4192-B2D0-2B90AE852D63}" type="pres">
      <dgm:prSet presAssocID="{3FF88AB7-9780-4279-81E5-A33FE24DB2D7}" presName="parTx" presStyleLbl="revTx" presStyleIdx="4" presStyleCnt="6">
        <dgm:presLayoutVars>
          <dgm:chMax val="0"/>
          <dgm:chPref val="0"/>
        </dgm:presLayoutVars>
      </dgm:prSet>
      <dgm:spPr/>
    </dgm:pt>
    <dgm:pt modelId="{1C0B7BA2-90FC-4AB2-B1CE-9CF1EFDD5413}" type="pres">
      <dgm:prSet presAssocID="{016570E8-87AB-40BF-A522-BDC773CA6F61}" presName="sibTrans" presStyleCnt="0"/>
      <dgm:spPr/>
    </dgm:pt>
    <dgm:pt modelId="{5B846BA9-BC99-4796-AA43-EA39C19D02C5}" type="pres">
      <dgm:prSet presAssocID="{1D3BF00E-78B5-41DA-AF4A-3F77A5170DEF}" presName="compNode" presStyleCnt="0"/>
      <dgm:spPr/>
    </dgm:pt>
    <dgm:pt modelId="{659715A4-64AD-4A29-B40B-F36651AFD9F4}" type="pres">
      <dgm:prSet presAssocID="{1D3BF00E-78B5-41DA-AF4A-3F77A5170DEF}" presName="bgRect" presStyleLbl="bgShp" presStyleIdx="5" presStyleCnt="6"/>
      <dgm:spPr/>
    </dgm:pt>
    <dgm:pt modelId="{56F86774-FB0E-43BE-8619-D008F27367B4}" type="pres">
      <dgm:prSet presAssocID="{1D3BF00E-78B5-41DA-AF4A-3F77A5170DE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FEB2453-C705-4C3B-8B81-C47D477D2CD0}" type="pres">
      <dgm:prSet presAssocID="{1D3BF00E-78B5-41DA-AF4A-3F77A5170DEF}" presName="spaceRect" presStyleCnt="0"/>
      <dgm:spPr/>
    </dgm:pt>
    <dgm:pt modelId="{0343D957-9635-49CC-9FA7-5D6C3A6E71B1}" type="pres">
      <dgm:prSet presAssocID="{1D3BF00E-78B5-41DA-AF4A-3F77A5170DE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AF15B0D-B512-4963-AE4B-199C7F65F39E}" srcId="{073E1479-57DB-4A76-A7C5-4CAC72EA52F8}" destId="{3FF88AB7-9780-4279-81E5-A33FE24DB2D7}" srcOrd="4" destOrd="0" parTransId="{33761FBC-FC39-4ABE-B60B-300CA5F6D93E}" sibTransId="{016570E8-87AB-40BF-A522-BDC773CA6F61}"/>
    <dgm:cxn modelId="{D1347D15-CD18-4A9B-A92B-26E57C063F5F}" type="presOf" srcId="{3FF88AB7-9780-4279-81E5-A33FE24DB2D7}" destId="{4F7D1C4C-D8D8-4192-B2D0-2B90AE852D63}" srcOrd="0" destOrd="0" presId="urn:microsoft.com/office/officeart/2018/2/layout/IconVerticalSolidList"/>
    <dgm:cxn modelId="{D9B0151A-C3C9-42BD-87FA-4CD3F74017CF}" type="presOf" srcId="{1D3BF00E-78B5-41DA-AF4A-3F77A5170DEF}" destId="{0343D957-9635-49CC-9FA7-5D6C3A6E71B1}" srcOrd="0" destOrd="0" presId="urn:microsoft.com/office/officeart/2018/2/layout/IconVerticalSolidList"/>
    <dgm:cxn modelId="{02CA4E5E-F0A4-4BB6-94D1-3FB9992EFB83}" type="presOf" srcId="{68785119-9E95-44FA-998A-06796F6998F7}" destId="{8CAEED94-DD2D-4E3A-BFF2-4105C0C89511}" srcOrd="0" destOrd="0" presId="urn:microsoft.com/office/officeart/2018/2/layout/IconVerticalSolidList"/>
    <dgm:cxn modelId="{BA8BFA48-FE8B-43AE-AA00-0BD51B2038EC}" srcId="{073E1479-57DB-4A76-A7C5-4CAC72EA52F8}" destId="{8C77541A-95EE-4F45-89C2-DAA479838A5C}" srcOrd="2" destOrd="0" parTransId="{87CCFCEB-DCBB-4927-8352-52EF76F823C1}" sibTransId="{2F3FF14C-0578-473D-9A38-F8D4219B9624}"/>
    <dgm:cxn modelId="{039E0F76-844A-499A-A542-F018DBA57610}" type="presOf" srcId="{073E1479-57DB-4A76-A7C5-4CAC72EA52F8}" destId="{AAD3B77C-2BC4-4409-9B7F-16B6F25C9BF3}" srcOrd="0" destOrd="0" presId="urn:microsoft.com/office/officeart/2018/2/layout/IconVerticalSolidList"/>
    <dgm:cxn modelId="{AD86477D-F4A7-4B4C-A342-22E6A29DA81A}" srcId="{073E1479-57DB-4A76-A7C5-4CAC72EA52F8}" destId="{1D3BF00E-78B5-41DA-AF4A-3F77A5170DEF}" srcOrd="5" destOrd="0" parTransId="{54727F70-0DDC-4456-B4F0-0EAF99E4B00C}" sibTransId="{5A16BB22-BE8F-4DFC-972D-1ACEFEEA8158}"/>
    <dgm:cxn modelId="{054FC28B-1627-4DCE-BB52-BD0B5F662562}" srcId="{073E1479-57DB-4A76-A7C5-4CAC72EA52F8}" destId="{7CBB32B0-CD94-4DBA-A385-668E0678C8D1}" srcOrd="3" destOrd="0" parTransId="{C97F3D98-015B-4ABF-A424-53CE2EC250BB}" sibTransId="{DD9320AF-E48D-4078-9633-3BC447E1A24B}"/>
    <dgm:cxn modelId="{48A455AA-40C5-4A44-B77A-37ECCACEA8C5}" type="presOf" srcId="{8C77541A-95EE-4F45-89C2-DAA479838A5C}" destId="{06DAE8A5-A07C-4E4F-9A5E-BDD4EEE60545}" srcOrd="0" destOrd="0" presId="urn:microsoft.com/office/officeart/2018/2/layout/IconVerticalSolidList"/>
    <dgm:cxn modelId="{AD0F63AD-6904-47F9-BD7C-37F783221A2D}" srcId="{073E1479-57DB-4A76-A7C5-4CAC72EA52F8}" destId="{68785119-9E95-44FA-998A-06796F6998F7}" srcOrd="0" destOrd="0" parTransId="{C4A3AA23-B32D-404C-A219-0329EBBE4FF5}" sibTransId="{865ED1B9-04B4-4744-B4EC-0AE6E6B846B4}"/>
    <dgm:cxn modelId="{81A49AB1-F38F-428C-86A7-A3118147CA21}" srcId="{073E1479-57DB-4A76-A7C5-4CAC72EA52F8}" destId="{2F7E719E-99A9-44FE-8B10-340ED566522B}" srcOrd="1" destOrd="0" parTransId="{6978BA30-4BED-4BFC-B2D4-87DBF65F2762}" sibTransId="{1BB10A57-AC79-43D8-A0AD-EFC6E36F5D26}"/>
    <dgm:cxn modelId="{3ABBCCF4-10E5-4ECA-8EE5-C6042599B85D}" type="presOf" srcId="{2F7E719E-99A9-44FE-8B10-340ED566522B}" destId="{3003BEF3-83C4-4102-A2CB-FAA32B7F4A82}" srcOrd="0" destOrd="0" presId="urn:microsoft.com/office/officeart/2018/2/layout/IconVerticalSolidList"/>
    <dgm:cxn modelId="{4DC4B8F6-4749-4EE5-936C-7DCCE1DDC3D0}" type="presOf" srcId="{7CBB32B0-CD94-4DBA-A385-668E0678C8D1}" destId="{2FBA928E-644E-48D4-87A4-795CAB5CB583}" srcOrd="0" destOrd="0" presId="urn:microsoft.com/office/officeart/2018/2/layout/IconVerticalSolidList"/>
    <dgm:cxn modelId="{6FF8ED2A-379C-4506-BF85-24FA7DED843C}" type="presParOf" srcId="{AAD3B77C-2BC4-4409-9B7F-16B6F25C9BF3}" destId="{CD52C0EE-B049-4EB1-B486-A3A7A1B1B592}" srcOrd="0" destOrd="0" presId="urn:microsoft.com/office/officeart/2018/2/layout/IconVerticalSolidList"/>
    <dgm:cxn modelId="{441AE157-8DD0-40F4-AC3D-03605080DA56}" type="presParOf" srcId="{CD52C0EE-B049-4EB1-B486-A3A7A1B1B592}" destId="{7CA58C4B-CBB9-4D17-B1D2-32E24EF6EACC}" srcOrd="0" destOrd="0" presId="urn:microsoft.com/office/officeart/2018/2/layout/IconVerticalSolidList"/>
    <dgm:cxn modelId="{742598F9-E1DD-4A57-B67F-39F0FD53A4B0}" type="presParOf" srcId="{CD52C0EE-B049-4EB1-B486-A3A7A1B1B592}" destId="{559D2E49-F1A2-4D05-B07F-4BE69B66A14D}" srcOrd="1" destOrd="0" presId="urn:microsoft.com/office/officeart/2018/2/layout/IconVerticalSolidList"/>
    <dgm:cxn modelId="{EC43BB5B-9F4F-41C8-A5D4-DD7F75F743DE}" type="presParOf" srcId="{CD52C0EE-B049-4EB1-B486-A3A7A1B1B592}" destId="{FC4D11B3-5B63-4938-9D31-B7A918CD60C9}" srcOrd="2" destOrd="0" presId="urn:microsoft.com/office/officeart/2018/2/layout/IconVerticalSolidList"/>
    <dgm:cxn modelId="{B0A21551-3A3E-456F-8144-6055E16E4486}" type="presParOf" srcId="{CD52C0EE-B049-4EB1-B486-A3A7A1B1B592}" destId="{8CAEED94-DD2D-4E3A-BFF2-4105C0C89511}" srcOrd="3" destOrd="0" presId="urn:microsoft.com/office/officeart/2018/2/layout/IconVerticalSolidList"/>
    <dgm:cxn modelId="{EFDA20CD-E6E0-40F2-A6F0-43F652E2D77E}" type="presParOf" srcId="{AAD3B77C-2BC4-4409-9B7F-16B6F25C9BF3}" destId="{51222886-A860-46B3-9FAF-DDD230173EBA}" srcOrd="1" destOrd="0" presId="urn:microsoft.com/office/officeart/2018/2/layout/IconVerticalSolidList"/>
    <dgm:cxn modelId="{595A58EC-966D-422A-B256-BF5D4D910499}" type="presParOf" srcId="{AAD3B77C-2BC4-4409-9B7F-16B6F25C9BF3}" destId="{8B391D17-9EF7-4062-BD97-9FC88E992F71}" srcOrd="2" destOrd="0" presId="urn:microsoft.com/office/officeart/2018/2/layout/IconVerticalSolidList"/>
    <dgm:cxn modelId="{5BF0E136-EC6D-4C00-88B6-40A926879A80}" type="presParOf" srcId="{8B391D17-9EF7-4062-BD97-9FC88E992F71}" destId="{C2276BA2-A2CB-462B-A962-656249527C58}" srcOrd="0" destOrd="0" presId="urn:microsoft.com/office/officeart/2018/2/layout/IconVerticalSolidList"/>
    <dgm:cxn modelId="{F97C218E-C9D5-4252-9465-A3FA291C9299}" type="presParOf" srcId="{8B391D17-9EF7-4062-BD97-9FC88E992F71}" destId="{241F44DB-E626-430F-BFAB-77C2E1B2F492}" srcOrd="1" destOrd="0" presId="urn:microsoft.com/office/officeart/2018/2/layout/IconVerticalSolidList"/>
    <dgm:cxn modelId="{1AD5FAA6-8F78-4DA2-8557-ECB70E78926C}" type="presParOf" srcId="{8B391D17-9EF7-4062-BD97-9FC88E992F71}" destId="{59545B42-DED5-44A8-8A78-FE7913248B0F}" srcOrd="2" destOrd="0" presId="urn:microsoft.com/office/officeart/2018/2/layout/IconVerticalSolidList"/>
    <dgm:cxn modelId="{20D23FBA-8008-43C1-AFB3-DF8919CB97D7}" type="presParOf" srcId="{8B391D17-9EF7-4062-BD97-9FC88E992F71}" destId="{3003BEF3-83C4-4102-A2CB-FAA32B7F4A82}" srcOrd="3" destOrd="0" presId="urn:microsoft.com/office/officeart/2018/2/layout/IconVerticalSolidList"/>
    <dgm:cxn modelId="{442F8D5E-090D-43C4-9106-57C7E8051009}" type="presParOf" srcId="{AAD3B77C-2BC4-4409-9B7F-16B6F25C9BF3}" destId="{905A9C63-54A7-4781-A396-CD8AB04B8BD7}" srcOrd="3" destOrd="0" presId="urn:microsoft.com/office/officeart/2018/2/layout/IconVerticalSolidList"/>
    <dgm:cxn modelId="{260B2AB3-D84C-49CC-95CB-471D205E8430}" type="presParOf" srcId="{AAD3B77C-2BC4-4409-9B7F-16B6F25C9BF3}" destId="{BFD1D4C2-01BF-480D-813B-756DB2DB7B01}" srcOrd="4" destOrd="0" presId="urn:microsoft.com/office/officeart/2018/2/layout/IconVerticalSolidList"/>
    <dgm:cxn modelId="{AC1AE717-38D3-402B-AAD1-1D21DDC10729}" type="presParOf" srcId="{BFD1D4C2-01BF-480D-813B-756DB2DB7B01}" destId="{9A725ABA-3D23-4C94-8E06-493CF0438CD3}" srcOrd="0" destOrd="0" presId="urn:microsoft.com/office/officeart/2018/2/layout/IconVerticalSolidList"/>
    <dgm:cxn modelId="{750915C3-0DD3-4EF5-BF12-54E7B78F6B18}" type="presParOf" srcId="{BFD1D4C2-01BF-480D-813B-756DB2DB7B01}" destId="{B7EA491B-CD8C-4B1D-A638-B1920C706C25}" srcOrd="1" destOrd="0" presId="urn:microsoft.com/office/officeart/2018/2/layout/IconVerticalSolidList"/>
    <dgm:cxn modelId="{9161449A-F37E-4667-A01D-7F719C795E6D}" type="presParOf" srcId="{BFD1D4C2-01BF-480D-813B-756DB2DB7B01}" destId="{2379221F-7017-4114-8234-D49B1BAA05B7}" srcOrd="2" destOrd="0" presId="urn:microsoft.com/office/officeart/2018/2/layout/IconVerticalSolidList"/>
    <dgm:cxn modelId="{4E7D8A7F-E051-4E6D-96CB-EB76B92BFFB2}" type="presParOf" srcId="{BFD1D4C2-01BF-480D-813B-756DB2DB7B01}" destId="{06DAE8A5-A07C-4E4F-9A5E-BDD4EEE60545}" srcOrd="3" destOrd="0" presId="urn:microsoft.com/office/officeart/2018/2/layout/IconVerticalSolidList"/>
    <dgm:cxn modelId="{5100B9CF-AFE8-4F75-B3A4-31E8A90BCC3F}" type="presParOf" srcId="{AAD3B77C-2BC4-4409-9B7F-16B6F25C9BF3}" destId="{24D840F0-5B89-4E8B-8E26-C1C3D21986D4}" srcOrd="5" destOrd="0" presId="urn:microsoft.com/office/officeart/2018/2/layout/IconVerticalSolidList"/>
    <dgm:cxn modelId="{7F1AF80F-8AD7-4569-AC83-89EE0B0BDC4C}" type="presParOf" srcId="{AAD3B77C-2BC4-4409-9B7F-16B6F25C9BF3}" destId="{78690D46-BC1B-4499-832B-A7D70175682D}" srcOrd="6" destOrd="0" presId="urn:microsoft.com/office/officeart/2018/2/layout/IconVerticalSolidList"/>
    <dgm:cxn modelId="{CB46F768-7214-4C28-9F63-7FCA42FA918D}" type="presParOf" srcId="{78690D46-BC1B-4499-832B-A7D70175682D}" destId="{12CD15CA-1DB0-4F8C-BEA9-5AA84BF90698}" srcOrd="0" destOrd="0" presId="urn:microsoft.com/office/officeart/2018/2/layout/IconVerticalSolidList"/>
    <dgm:cxn modelId="{25290085-1E4C-4A9D-868C-12B74FBAECA4}" type="presParOf" srcId="{78690D46-BC1B-4499-832B-A7D70175682D}" destId="{2C09C900-8825-4212-AF29-E1B7050136CB}" srcOrd="1" destOrd="0" presId="urn:microsoft.com/office/officeart/2018/2/layout/IconVerticalSolidList"/>
    <dgm:cxn modelId="{FD7F14DF-923A-46AA-A043-DA6BBEA4BC6F}" type="presParOf" srcId="{78690D46-BC1B-4499-832B-A7D70175682D}" destId="{5BC1C1C1-DEFB-430B-B72D-B55F5F6DC412}" srcOrd="2" destOrd="0" presId="urn:microsoft.com/office/officeart/2018/2/layout/IconVerticalSolidList"/>
    <dgm:cxn modelId="{1407ECEC-2E3C-4B23-8F2D-FF4158E55200}" type="presParOf" srcId="{78690D46-BC1B-4499-832B-A7D70175682D}" destId="{2FBA928E-644E-48D4-87A4-795CAB5CB583}" srcOrd="3" destOrd="0" presId="urn:microsoft.com/office/officeart/2018/2/layout/IconVerticalSolidList"/>
    <dgm:cxn modelId="{5A20F5B4-5563-46AC-A5BB-B9A66F69F36C}" type="presParOf" srcId="{AAD3B77C-2BC4-4409-9B7F-16B6F25C9BF3}" destId="{E7A5033D-769C-461D-B314-DCB211BC83F0}" srcOrd="7" destOrd="0" presId="urn:microsoft.com/office/officeart/2018/2/layout/IconVerticalSolidList"/>
    <dgm:cxn modelId="{5C537034-015F-4606-AC7C-F9910EC3C967}" type="presParOf" srcId="{AAD3B77C-2BC4-4409-9B7F-16B6F25C9BF3}" destId="{38BAB6EF-BC77-48C6-88C0-E8EE94638B80}" srcOrd="8" destOrd="0" presId="urn:microsoft.com/office/officeart/2018/2/layout/IconVerticalSolidList"/>
    <dgm:cxn modelId="{3E30262F-E5AF-4804-9C34-07EF30627846}" type="presParOf" srcId="{38BAB6EF-BC77-48C6-88C0-E8EE94638B80}" destId="{DBCAEDC4-424A-42E2-A7E9-BED5647355B7}" srcOrd="0" destOrd="0" presId="urn:microsoft.com/office/officeart/2018/2/layout/IconVerticalSolidList"/>
    <dgm:cxn modelId="{13C3D653-F144-4759-B790-BC87DA0E62AF}" type="presParOf" srcId="{38BAB6EF-BC77-48C6-88C0-E8EE94638B80}" destId="{BABCAEA3-B127-4435-8FDB-99735C94E228}" srcOrd="1" destOrd="0" presId="urn:microsoft.com/office/officeart/2018/2/layout/IconVerticalSolidList"/>
    <dgm:cxn modelId="{19B33A77-D7C4-4A14-9999-91543167869E}" type="presParOf" srcId="{38BAB6EF-BC77-48C6-88C0-E8EE94638B80}" destId="{53974522-1310-482D-99ED-8C70EA0E23AE}" srcOrd="2" destOrd="0" presId="urn:microsoft.com/office/officeart/2018/2/layout/IconVerticalSolidList"/>
    <dgm:cxn modelId="{236F0179-DE35-4156-9DE0-62B8EC831E05}" type="presParOf" srcId="{38BAB6EF-BC77-48C6-88C0-E8EE94638B80}" destId="{4F7D1C4C-D8D8-4192-B2D0-2B90AE852D63}" srcOrd="3" destOrd="0" presId="urn:microsoft.com/office/officeart/2018/2/layout/IconVerticalSolidList"/>
    <dgm:cxn modelId="{EAFCC7EB-F465-4BD6-9BFE-E2F4CB2C29AA}" type="presParOf" srcId="{AAD3B77C-2BC4-4409-9B7F-16B6F25C9BF3}" destId="{1C0B7BA2-90FC-4AB2-B1CE-9CF1EFDD5413}" srcOrd="9" destOrd="0" presId="urn:microsoft.com/office/officeart/2018/2/layout/IconVerticalSolidList"/>
    <dgm:cxn modelId="{5BAEAF49-5591-4548-9E53-DD3F178312BA}" type="presParOf" srcId="{AAD3B77C-2BC4-4409-9B7F-16B6F25C9BF3}" destId="{5B846BA9-BC99-4796-AA43-EA39C19D02C5}" srcOrd="10" destOrd="0" presId="urn:microsoft.com/office/officeart/2018/2/layout/IconVerticalSolidList"/>
    <dgm:cxn modelId="{BE3FDFE5-1E1C-4A1F-980B-0BCDB76EA57C}" type="presParOf" srcId="{5B846BA9-BC99-4796-AA43-EA39C19D02C5}" destId="{659715A4-64AD-4A29-B40B-F36651AFD9F4}" srcOrd="0" destOrd="0" presId="urn:microsoft.com/office/officeart/2018/2/layout/IconVerticalSolidList"/>
    <dgm:cxn modelId="{24F339AB-4DB9-4B4A-B2FC-99D8C29E6C2C}" type="presParOf" srcId="{5B846BA9-BC99-4796-AA43-EA39C19D02C5}" destId="{56F86774-FB0E-43BE-8619-D008F27367B4}" srcOrd="1" destOrd="0" presId="urn:microsoft.com/office/officeart/2018/2/layout/IconVerticalSolidList"/>
    <dgm:cxn modelId="{2901B9D2-ACE9-4B24-AFB2-0A27EF123AEA}" type="presParOf" srcId="{5B846BA9-BC99-4796-AA43-EA39C19D02C5}" destId="{9FEB2453-C705-4C3B-8B81-C47D477D2CD0}" srcOrd="2" destOrd="0" presId="urn:microsoft.com/office/officeart/2018/2/layout/IconVerticalSolidList"/>
    <dgm:cxn modelId="{C5A9BD92-F9B2-4B75-93C6-E5BE3BC080F7}" type="presParOf" srcId="{5B846BA9-BC99-4796-AA43-EA39C19D02C5}" destId="{0343D957-9635-49CC-9FA7-5D6C3A6E71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EC4AC1C-6598-466B-911E-73A39F98EAB1}" type="doc">
      <dgm:prSet loTypeId="urn:microsoft.com/office/officeart/2018/2/layout/IconLabelList" loCatId="icon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D8739596-A32D-4476-A172-6E5101E218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JavaScript es un lenguaje interpretado para crear interactividad web</a:t>
          </a:r>
        </a:p>
      </dgm:t>
    </dgm:pt>
    <dgm:pt modelId="{2FF4F637-5F26-498D-8E41-1CEFFC1C9F25}" type="parTrans" cxnId="{821A28D0-0D4B-48F7-AF52-4EFCB7AEEE1B}">
      <dgm:prSet/>
      <dgm:spPr/>
      <dgm:t>
        <a:bodyPr/>
        <a:lstStyle/>
        <a:p>
          <a:endParaRPr lang="en-US"/>
        </a:p>
      </dgm:t>
    </dgm:pt>
    <dgm:pt modelId="{411E3602-4F50-4548-87F7-8B387E77A51B}" type="sibTrans" cxnId="{821A28D0-0D4B-48F7-AF52-4EFCB7AEEE1B}">
      <dgm:prSet/>
      <dgm:spPr/>
      <dgm:t>
        <a:bodyPr/>
        <a:lstStyle/>
        <a:p>
          <a:endParaRPr lang="en-US"/>
        </a:p>
      </dgm:t>
    </dgm:pt>
    <dgm:pt modelId="{9C7E402B-C8C9-448E-A54E-8A39D862E7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Se ejecuta en navegadores y también en servidores (Node.js)</a:t>
          </a:r>
        </a:p>
      </dgm:t>
    </dgm:pt>
    <dgm:pt modelId="{DB34E8DC-9FA1-481A-A43F-363AB485FCB8}" type="parTrans" cxnId="{38194B2E-AE36-4424-A9D9-850B0FE76716}">
      <dgm:prSet/>
      <dgm:spPr/>
      <dgm:t>
        <a:bodyPr/>
        <a:lstStyle/>
        <a:p>
          <a:endParaRPr lang="en-US"/>
        </a:p>
      </dgm:t>
    </dgm:pt>
    <dgm:pt modelId="{98EDBAAC-6092-4797-9DA0-E23DB6313289}" type="sibTrans" cxnId="{38194B2E-AE36-4424-A9D9-850B0FE76716}">
      <dgm:prSet/>
      <dgm:spPr/>
      <dgm:t>
        <a:bodyPr/>
        <a:lstStyle/>
        <a:p>
          <a:endParaRPr lang="en-US"/>
        </a:p>
      </dgm:t>
    </dgm:pt>
    <dgm:pt modelId="{B7D1B948-3DB3-4E19-BDD1-95777A1F10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Tu primer programa: alert('¡Hola Mundo!');</a:t>
          </a:r>
        </a:p>
      </dgm:t>
    </dgm:pt>
    <dgm:pt modelId="{5998B17F-5C8B-4ED1-BC1B-994324F81874}" type="parTrans" cxnId="{F757CCC4-CCF7-4CA0-84E5-F98116C7151D}">
      <dgm:prSet/>
      <dgm:spPr/>
      <dgm:t>
        <a:bodyPr/>
        <a:lstStyle/>
        <a:p>
          <a:endParaRPr lang="en-US"/>
        </a:p>
      </dgm:t>
    </dgm:pt>
    <dgm:pt modelId="{3F32FE39-C32C-4BBC-A3DF-9139CEBD5FB1}" type="sibTrans" cxnId="{F757CCC4-CCF7-4CA0-84E5-F98116C7151D}">
      <dgm:prSet/>
      <dgm:spPr/>
      <dgm:t>
        <a:bodyPr/>
        <a:lstStyle/>
        <a:p>
          <a:endParaRPr lang="en-US"/>
        </a:p>
      </dgm:t>
    </dgm:pt>
    <dgm:pt modelId="{91185A06-09F5-415A-BEFE-34AAC3581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La consola de desarrollador es tu mejor amiga</a:t>
          </a:r>
        </a:p>
      </dgm:t>
    </dgm:pt>
    <dgm:pt modelId="{3177107D-2A39-4F32-8F4A-D19C1C53C086}" type="parTrans" cxnId="{21137B34-7FD7-46C4-A74E-7E58E634B7CF}">
      <dgm:prSet/>
      <dgm:spPr/>
      <dgm:t>
        <a:bodyPr/>
        <a:lstStyle/>
        <a:p>
          <a:endParaRPr lang="en-US"/>
        </a:p>
      </dgm:t>
    </dgm:pt>
    <dgm:pt modelId="{D63EED46-0FE1-432B-9C4E-CD446E0E1FD0}" type="sibTrans" cxnId="{21137B34-7FD7-46C4-A74E-7E58E634B7CF}">
      <dgm:prSet/>
      <dgm:spPr/>
      <dgm:t>
        <a:bodyPr/>
        <a:lstStyle/>
        <a:p>
          <a:endParaRPr lang="en-US"/>
        </a:p>
      </dgm:t>
    </dgm:pt>
    <dgm:pt modelId="{8A44E935-B7C1-48D4-8261-F75FA2AF0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console.log() es la herramienta principal de debugging</a:t>
          </a:r>
        </a:p>
      </dgm:t>
    </dgm:pt>
    <dgm:pt modelId="{9A4CA59B-5F67-460D-892E-8E55552D26EC}" type="parTrans" cxnId="{8626371D-BFDA-43DE-8EC5-E24B7D8F97B7}">
      <dgm:prSet/>
      <dgm:spPr/>
      <dgm:t>
        <a:bodyPr/>
        <a:lstStyle/>
        <a:p>
          <a:endParaRPr lang="en-US"/>
        </a:p>
      </dgm:t>
    </dgm:pt>
    <dgm:pt modelId="{14BB7883-B727-4F81-8837-2FA8212968AD}" type="sibTrans" cxnId="{8626371D-BFDA-43DE-8EC5-E24B7D8F97B7}">
      <dgm:prSet/>
      <dgm:spPr/>
      <dgm:t>
        <a:bodyPr/>
        <a:lstStyle/>
        <a:p>
          <a:endParaRPr lang="en-US"/>
        </a:p>
      </dgm:t>
    </dgm:pt>
    <dgm:pt modelId="{A28E5814-24DF-46B7-B032-33FF787C41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▪ Tienes todo listo para comenzar a programar</a:t>
          </a:r>
        </a:p>
      </dgm:t>
    </dgm:pt>
    <dgm:pt modelId="{F5F19A87-1409-4143-A31E-2CA1162A7395}" type="parTrans" cxnId="{E008B436-FB0D-4DA1-9C01-95E736B03087}">
      <dgm:prSet/>
      <dgm:spPr/>
      <dgm:t>
        <a:bodyPr/>
        <a:lstStyle/>
        <a:p>
          <a:endParaRPr lang="en-US"/>
        </a:p>
      </dgm:t>
    </dgm:pt>
    <dgm:pt modelId="{436783D0-6635-410A-9A71-7DE8DF53424C}" type="sibTrans" cxnId="{E008B436-FB0D-4DA1-9C01-95E736B03087}">
      <dgm:prSet/>
      <dgm:spPr/>
      <dgm:t>
        <a:bodyPr/>
        <a:lstStyle/>
        <a:p>
          <a:endParaRPr lang="en-US"/>
        </a:p>
      </dgm:t>
    </dgm:pt>
    <dgm:pt modelId="{E245172D-9F38-469A-991C-3ACB22C3295B}" type="pres">
      <dgm:prSet presAssocID="{9EC4AC1C-6598-466B-911E-73A39F98EAB1}" presName="root" presStyleCnt="0">
        <dgm:presLayoutVars>
          <dgm:dir/>
          <dgm:resizeHandles val="exact"/>
        </dgm:presLayoutVars>
      </dgm:prSet>
      <dgm:spPr/>
    </dgm:pt>
    <dgm:pt modelId="{9E5F7987-D557-4F20-BFF1-E946D245DDD4}" type="pres">
      <dgm:prSet presAssocID="{D8739596-A32D-4476-A172-6E5101E21897}" presName="compNode" presStyleCnt="0"/>
      <dgm:spPr/>
    </dgm:pt>
    <dgm:pt modelId="{058DC4BA-08EB-45EA-AC77-51B578EA49BF}" type="pres">
      <dgm:prSet presAssocID="{D8739596-A32D-4476-A172-6E5101E2189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6FAB1B5-B4EC-41E8-86ED-6898A08F3EA2}" type="pres">
      <dgm:prSet presAssocID="{D8739596-A32D-4476-A172-6E5101E21897}" presName="spaceRect" presStyleCnt="0"/>
      <dgm:spPr/>
    </dgm:pt>
    <dgm:pt modelId="{4840AABC-3AD5-40BC-A6FE-BAC7EF753474}" type="pres">
      <dgm:prSet presAssocID="{D8739596-A32D-4476-A172-6E5101E21897}" presName="textRect" presStyleLbl="revTx" presStyleIdx="0" presStyleCnt="6">
        <dgm:presLayoutVars>
          <dgm:chMax val="1"/>
          <dgm:chPref val="1"/>
        </dgm:presLayoutVars>
      </dgm:prSet>
      <dgm:spPr/>
    </dgm:pt>
    <dgm:pt modelId="{0E70A12A-3767-456B-8A2C-BF88F8E06776}" type="pres">
      <dgm:prSet presAssocID="{411E3602-4F50-4548-87F7-8B387E77A51B}" presName="sibTrans" presStyleCnt="0"/>
      <dgm:spPr/>
    </dgm:pt>
    <dgm:pt modelId="{BB87DC40-BF63-4F90-9268-DAEC2EC72CFD}" type="pres">
      <dgm:prSet presAssocID="{9C7E402B-C8C9-448E-A54E-8A39D862E72F}" presName="compNode" presStyleCnt="0"/>
      <dgm:spPr/>
    </dgm:pt>
    <dgm:pt modelId="{03046CB3-9A77-47A2-BB3E-6DA2339AA2CD}" type="pres">
      <dgm:prSet presAssocID="{9C7E402B-C8C9-448E-A54E-8A39D862E72F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453D5F66-1694-41C6-9BB1-123EAB29AD18}" type="pres">
      <dgm:prSet presAssocID="{9C7E402B-C8C9-448E-A54E-8A39D862E72F}" presName="spaceRect" presStyleCnt="0"/>
      <dgm:spPr/>
    </dgm:pt>
    <dgm:pt modelId="{EEEA14F8-7D4A-444D-89DB-7021B42593FA}" type="pres">
      <dgm:prSet presAssocID="{9C7E402B-C8C9-448E-A54E-8A39D862E72F}" presName="textRect" presStyleLbl="revTx" presStyleIdx="1" presStyleCnt="6">
        <dgm:presLayoutVars>
          <dgm:chMax val="1"/>
          <dgm:chPref val="1"/>
        </dgm:presLayoutVars>
      </dgm:prSet>
      <dgm:spPr/>
    </dgm:pt>
    <dgm:pt modelId="{3B8FF145-C807-4853-A00F-F3A171888A4A}" type="pres">
      <dgm:prSet presAssocID="{98EDBAAC-6092-4797-9DA0-E23DB6313289}" presName="sibTrans" presStyleCnt="0"/>
      <dgm:spPr/>
    </dgm:pt>
    <dgm:pt modelId="{EC95E4E9-5C6D-490A-A9AC-C9524978C43A}" type="pres">
      <dgm:prSet presAssocID="{B7D1B948-3DB3-4E19-BDD1-95777A1F1026}" presName="compNode" presStyleCnt="0"/>
      <dgm:spPr/>
    </dgm:pt>
    <dgm:pt modelId="{49D62AB4-A5FA-4AB7-AAE9-0C43288B8C9A}" type="pres">
      <dgm:prSet presAssocID="{B7D1B948-3DB3-4E19-BDD1-95777A1F102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ítulos"/>
        </a:ext>
      </dgm:extLst>
    </dgm:pt>
    <dgm:pt modelId="{27197AE4-A849-406B-8198-B6B6C962857B}" type="pres">
      <dgm:prSet presAssocID="{B7D1B948-3DB3-4E19-BDD1-95777A1F1026}" presName="spaceRect" presStyleCnt="0"/>
      <dgm:spPr/>
    </dgm:pt>
    <dgm:pt modelId="{639FAA86-18BC-4323-8BF4-EECC992A8AF3}" type="pres">
      <dgm:prSet presAssocID="{B7D1B948-3DB3-4E19-BDD1-95777A1F1026}" presName="textRect" presStyleLbl="revTx" presStyleIdx="2" presStyleCnt="6">
        <dgm:presLayoutVars>
          <dgm:chMax val="1"/>
          <dgm:chPref val="1"/>
        </dgm:presLayoutVars>
      </dgm:prSet>
      <dgm:spPr/>
    </dgm:pt>
    <dgm:pt modelId="{788FCE6D-3E6C-4F71-8610-41B4C1B0ABFD}" type="pres">
      <dgm:prSet presAssocID="{3F32FE39-C32C-4BBC-A3DF-9139CEBD5FB1}" presName="sibTrans" presStyleCnt="0"/>
      <dgm:spPr/>
    </dgm:pt>
    <dgm:pt modelId="{3F59A053-7920-4812-B830-594A1337B22D}" type="pres">
      <dgm:prSet presAssocID="{91185A06-09F5-415A-BEFE-34AAC3581790}" presName="compNode" presStyleCnt="0"/>
      <dgm:spPr/>
    </dgm:pt>
    <dgm:pt modelId="{4214A109-D634-4B49-8A6F-3376831AA709}" type="pres">
      <dgm:prSet presAssocID="{91185A06-09F5-415A-BEFE-34AAC358179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3FA5C5C4-4A1D-4453-B769-3B16430FA9CB}" type="pres">
      <dgm:prSet presAssocID="{91185A06-09F5-415A-BEFE-34AAC3581790}" presName="spaceRect" presStyleCnt="0"/>
      <dgm:spPr/>
    </dgm:pt>
    <dgm:pt modelId="{66D0DDCE-6887-4163-AF8E-17150DAB4006}" type="pres">
      <dgm:prSet presAssocID="{91185A06-09F5-415A-BEFE-34AAC3581790}" presName="textRect" presStyleLbl="revTx" presStyleIdx="3" presStyleCnt="6">
        <dgm:presLayoutVars>
          <dgm:chMax val="1"/>
          <dgm:chPref val="1"/>
        </dgm:presLayoutVars>
      </dgm:prSet>
      <dgm:spPr/>
    </dgm:pt>
    <dgm:pt modelId="{B67A5D2A-8AD3-452D-8E62-C178CCF7F752}" type="pres">
      <dgm:prSet presAssocID="{D63EED46-0FE1-432B-9C4E-CD446E0E1FD0}" presName="sibTrans" presStyleCnt="0"/>
      <dgm:spPr/>
    </dgm:pt>
    <dgm:pt modelId="{5C28BE25-D63A-41A6-B7FC-BACF1B40D04A}" type="pres">
      <dgm:prSet presAssocID="{8A44E935-B7C1-48D4-8261-F75FA2AF04D8}" presName="compNode" presStyleCnt="0"/>
      <dgm:spPr/>
    </dgm:pt>
    <dgm:pt modelId="{993B8020-1D14-4BD0-BDA2-BBD14E807739}" type="pres">
      <dgm:prSet presAssocID="{8A44E935-B7C1-48D4-8261-F75FA2AF04D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gando"/>
        </a:ext>
      </dgm:extLst>
    </dgm:pt>
    <dgm:pt modelId="{2780AFD5-22F1-4072-804E-8C01D97DB3F2}" type="pres">
      <dgm:prSet presAssocID="{8A44E935-B7C1-48D4-8261-F75FA2AF04D8}" presName="spaceRect" presStyleCnt="0"/>
      <dgm:spPr/>
    </dgm:pt>
    <dgm:pt modelId="{04DEA5E2-278B-46B2-B98B-112ADF7E7C36}" type="pres">
      <dgm:prSet presAssocID="{8A44E935-B7C1-48D4-8261-F75FA2AF04D8}" presName="textRect" presStyleLbl="revTx" presStyleIdx="4" presStyleCnt="6">
        <dgm:presLayoutVars>
          <dgm:chMax val="1"/>
          <dgm:chPref val="1"/>
        </dgm:presLayoutVars>
      </dgm:prSet>
      <dgm:spPr/>
    </dgm:pt>
    <dgm:pt modelId="{B2A63574-B3CC-44FA-896F-263B957C6FC3}" type="pres">
      <dgm:prSet presAssocID="{14BB7883-B727-4F81-8837-2FA8212968AD}" presName="sibTrans" presStyleCnt="0"/>
      <dgm:spPr/>
    </dgm:pt>
    <dgm:pt modelId="{7C71D06C-F612-408D-B6F1-33B6E86D68A1}" type="pres">
      <dgm:prSet presAssocID="{A28E5814-24DF-46B7-B032-33FF787C41CD}" presName="compNode" presStyleCnt="0"/>
      <dgm:spPr/>
    </dgm:pt>
    <dgm:pt modelId="{A06D3688-89FB-471C-AFCF-5DDA452C3CEC}" type="pres">
      <dgm:prSet presAssocID="{A28E5814-24DF-46B7-B032-33FF787C41C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BE524ACE-2817-43D3-A77E-413965C10AE7}" type="pres">
      <dgm:prSet presAssocID="{A28E5814-24DF-46B7-B032-33FF787C41CD}" presName="spaceRect" presStyleCnt="0"/>
      <dgm:spPr/>
    </dgm:pt>
    <dgm:pt modelId="{C0702057-A69A-473A-969E-DDB305C6C004}" type="pres">
      <dgm:prSet presAssocID="{A28E5814-24DF-46B7-B032-33FF787C41C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8626371D-BFDA-43DE-8EC5-E24B7D8F97B7}" srcId="{9EC4AC1C-6598-466B-911E-73A39F98EAB1}" destId="{8A44E935-B7C1-48D4-8261-F75FA2AF04D8}" srcOrd="4" destOrd="0" parTransId="{9A4CA59B-5F67-460D-892E-8E55552D26EC}" sibTransId="{14BB7883-B727-4F81-8837-2FA8212968AD}"/>
    <dgm:cxn modelId="{FA66D01E-AF27-492D-A63B-5AF04D60FE96}" type="presOf" srcId="{91185A06-09F5-415A-BEFE-34AAC3581790}" destId="{66D0DDCE-6887-4163-AF8E-17150DAB4006}" srcOrd="0" destOrd="0" presId="urn:microsoft.com/office/officeart/2018/2/layout/IconLabelList"/>
    <dgm:cxn modelId="{38194B2E-AE36-4424-A9D9-850B0FE76716}" srcId="{9EC4AC1C-6598-466B-911E-73A39F98EAB1}" destId="{9C7E402B-C8C9-448E-A54E-8A39D862E72F}" srcOrd="1" destOrd="0" parTransId="{DB34E8DC-9FA1-481A-A43F-363AB485FCB8}" sibTransId="{98EDBAAC-6092-4797-9DA0-E23DB6313289}"/>
    <dgm:cxn modelId="{21137B34-7FD7-46C4-A74E-7E58E634B7CF}" srcId="{9EC4AC1C-6598-466B-911E-73A39F98EAB1}" destId="{91185A06-09F5-415A-BEFE-34AAC3581790}" srcOrd="3" destOrd="0" parTransId="{3177107D-2A39-4F32-8F4A-D19C1C53C086}" sibTransId="{D63EED46-0FE1-432B-9C4E-CD446E0E1FD0}"/>
    <dgm:cxn modelId="{E008B436-FB0D-4DA1-9C01-95E736B03087}" srcId="{9EC4AC1C-6598-466B-911E-73A39F98EAB1}" destId="{A28E5814-24DF-46B7-B032-33FF787C41CD}" srcOrd="5" destOrd="0" parTransId="{F5F19A87-1409-4143-A31E-2CA1162A7395}" sibTransId="{436783D0-6635-410A-9A71-7DE8DF53424C}"/>
    <dgm:cxn modelId="{BED0395D-C2AC-4607-92DD-3E507FB37238}" type="presOf" srcId="{B7D1B948-3DB3-4E19-BDD1-95777A1F1026}" destId="{639FAA86-18BC-4323-8BF4-EECC992A8AF3}" srcOrd="0" destOrd="0" presId="urn:microsoft.com/office/officeart/2018/2/layout/IconLabelList"/>
    <dgm:cxn modelId="{052D3563-C57E-43BC-99AF-6D93D4D4824E}" type="presOf" srcId="{9EC4AC1C-6598-466B-911E-73A39F98EAB1}" destId="{E245172D-9F38-469A-991C-3ACB22C3295B}" srcOrd="0" destOrd="0" presId="urn:microsoft.com/office/officeart/2018/2/layout/IconLabelList"/>
    <dgm:cxn modelId="{79FE2D56-7308-440A-8A63-28D1DD8EB706}" type="presOf" srcId="{8A44E935-B7C1-48D4-8261-F75FA2AF04D8}" destId="{04DEA5E2-278B-46B2-B98B-112ADF7E7C36}" srcOrd="0" destOrd="0" presId="urn:microsoft.com/office/officeart/2018/2/layout/IconLabelList"/>
    <dgm:cxn modelId="{98D23B78-D57C-423C-94B5-6AAFDA3D3C32}" type="presOf" srcId="{A28E5814-24DF-46B7-B032-33FF787C41CD}" destId="{C0702057-A69A-473A-969E-DDB305C6C004}" srcOrd="0" destOrd="0" presId="urn:microsoft.com/office/officeart/2018/2/layout/IconLabelList"/>
    <dgm:cxn modelId="{846A0E8B-E2C2-4541-BD4D-8A894AE4A692}" type="presOf" srcId="{D8739596-A32D-4476-A172-6E5101E21897}" destId="{4840AABC-3AD5-40BC-A6FE-BAC7EF753474}" srcOrd="0" destOrd="0" presId="urn:microsoft.com/office/officeart/2018/2/layout/IconLabelList"/>
    <dgm:cxn modelId="{F757CCC4-CCF7-4CA0-84E5-F98116C7151D}" srcId="{9EC4AC1C-6598-466B-911E-73A39F98EAB1}" destId="{B7D1B948-3DB3-4E19-BDD1-95777A1F1026}" srcOrd="2" destOrd="0" parTransId="{5998B17F-5C8B-4ED1-BC1B-994324F81874}" sibTransId="{3F32FE39-C32C-4BBC-A3DF-9139CEBD5FB1}"/>
    <dgm:cxn modelId="{821A28D0-0D4B-48F7-AF52-4EFCB7AEEE1B}" srcId="{9EC4AC1C-6598-466B-911E-73A39F98EAB1}" destId="{D8739596-A32D-4476-A172-6E5101E21897}" srcOrd="0" destOrd="0" parTransId="{2FF4F637-5F26-498D-8E41-1CEFFC1C9F25}" sibTransId="{411E3602-4F50-4548-87F7-8B387E77A51B}"/>
    <dgm:cxn modelId="{38588AEA-0DB9-471F-A95D-6CFF8D28D2A2}" type="presOf" srcId="{9C7E402B-C8C9-448E-A54E-8A39D862E72F}" destId="{EEEA14F8-7D4A-444D-89DB-7021B42593FA}" srcOrd="0" destOrd="0" presId="urn:microsoft.com/office/officeart/2018/2/layout/IconLabelList"/>
    <dgm:cxn modelId="{EAABED28-528E-4B65-B258-D2632F0166E1}" type="presParOf" srcId="{E245172D-9F38-469A-991C-3ACB22C3295B}" destId="{9E5F7987-D557-4F20-BFF1-E946D245DDD4}" srcOrd="0" destOrd="0" presId="urn:microsoft.com/office/officeart/2018/2/layout/IconLabelList"/>
    <dgm:cxn modelId="{CA4BC6B3-D2C4-4C69-9692-0215AF0B511F}" type="presParOf" srcId="{9E5F7987-D557-4F20-BFF1-E946D245DDD4}" destId="{058DC4BA-08EB-45EA-AC77-51B578EA49BF}" srcOrd="0" destOrd="0" presId="urn:microsoft.com/office/officeart/2018/2/layout/IconLabelList"/>
    <dgm:cxn modelId="{B75041FF-E649-40AB-9969-093B5CC6B9DD}" type="presParOf" srcId="{9E5F7987-D557-4F20-BFF1-E946D245DDD4}" destId="{86FAB1B5-B4EC-41E8-86ED-6898A08F3EA2}" srcOrd="1" destOrd="0" presId="urn:microsoft.com/office/officeart/2018/2/layout/IconLabelList"/>
    <dgm:cxn modelId="{3105A992-C478-4FD2-911E-6FA71CCC1972}" type="presParOf" srcId="{9E5F7987-D557-4F20-BFF1-E946D245DDD4}" destId="{4840AABC-3AD5-40BC-A6FE-BAC7EF753474}" srcOrd="2" destOrd="0" presId="urn:microsoft.com/office/officeart/2018/2/layout/IconLabelList"/>
    <dgm:cxn modelId="{E6EFB5CD-FCEF-474E-9C79-1AFAD5D7AF65}" type="presParOf" srcId="{E245172D-9F38-469A-991C-3ACB22C3295B}" destId="{0E70A12A-3767-456B-8A2C-BF88F8E06776}" srcOrd="1" destOrd="0" presId="urn:microsoft.com/office/officeart/2018/2/layout/IconLabelList"/>
    <dgm:cxn modelId="{2339C1FB-FB7F-4B47-8D98-573C53911AD2}" type="presParOf" srcId="{E245172D-9F38-469A-991C-3ACB22C3295B}" destId="{BB87DC40-BF63-4F90-9268-DAEC2EC72CFD}" srcOrd="2" destOrd="0" presId="urn:microsoft.com/office/officeart/2018/2/layout/IconLabelList"/>
    <dgm:cxn modelId="{7C6F1840-0041-4041-9415-DEE93F4BEEC2}" type="presParOf" srcId="{BB87DC40-BF63-4F90-9268-DAEC2EC72CFD}" destId="{03046CB3-9A77-47A2-BB3E-6DA2339AA2CD}" srcOrd="0" destOrd="0" presId="urn:microsoft.com/office/officeart/2018/2/layout/IconLabelList"/>
    <dgm:cxn modelId="{2BCD3521-89B8-4B51-AE05-13F5FC0ABC5D}" type="presParOf" srcId="{BB87DC40-BF63-4F90-9268-DAEC2EC72CFD}" destId="{453D5F66-1694-41C6-9BB1-123EAB29AD18}" srcOrd="1" destOrd="0" presId="urn:microsoft.com/office/officeart/2018/2/layout/IconLabelList"/>
    <dgm:cxn modelId="{BDEF4B2C-D7C6-49F0-8EB8-0B5F322F3A07}" type="presParOf" srcId="{BB87DC40-BF63-4F90-9268-DAEC2EC72CFD}" destId="{EEEA14F8-7D4A-444D-89DB-7021B42593FA}" srcOrd="2" destOrd="0" presId="urn:microsoft.com/office/officeart/2018/2/layout/IconLabelList"/>
    <dgm:cxn modelId="{B079FD80-E964-439D-BE8C-37C2EE882C92}" type="presParOf" srcId="{E245172D-9F38-469A-991C-3ACB22C3295B}" destId="{3B8FF145-C807-4853-A00F-F3A171888A4A}" srcOrd="3" destOrd="0" presId="urn:microsoft.com/office/officeart/2018/2/layout/IconLabelList"/>
    <dgm:cxn modelId="{2DAF58C7-CB76-42C8-B0FF-7146AF4ABDF6}" type="presParOf" srcId="{E245172D-9F38-469A-991C-3ACB22C3295B}" destId="{EC95E4E9-5C6D-490A-A9AC-C9524978C43A}" srcOrd="4" destOrd="0" presId="urn:microsoft.com/office/officeart/2018/2/layout/IconLabelList"/>
    <dgm:cxn modelId="{70146DA0-F763-409D-AFDE-283A174C0288}" type="presParOf" srcId="{EC95E4E9-5C6D-490A-A9AC-C9524978C43A}" destId="{49D62AB4-A5FA-4AB7-AAE9-0C43288B8C9A}" srcOrd="0" destOrd="0" presId="urn:microsoft.com/office/officeart/2018/2/layout/IconLabelList"/>
    <dgm:cxn modelId="{B2524E9E-60DA-4FF4-B5E2-068C4A2499F3}" type="presParOf" srcId="{EC95E4E9-5C6D-490A-A9AC-C9524978C43A}" destId="{27197AE4-A849-406B-8198-B6B6C962857B}" srcOrd="1" destOrd="0" presId="urn:microsoft.com/office/officeart/2018/2/layout/IconLabelList"/>
    <dgm:cxn modelId="{175ACD76-F31E-49D6-873C-6C0292D24787}" type="presParOf" srcId="{EC95E4E9-5C6D-490A-A9AC-C9524978C43A}" destId="{639FAA86-18BC-4323-8BF4-EECC992A8AF3}" srcOrd="2" destOrd="0" presId="urn:microsoft.com/office/officeart/2018/2/layout/IconLabelList"/>
    <dgm:cxn modelId="{750CD816-6B4D-43EF-937F-48BF276966EA}" type="presParOf" srcId="{E245172D-9F38-469A-991C-3ACB22C3295B}" destId="{788FCE6D-3E6C-4F71-8610-41B4C1B0ABFD}" srcOrd="5" destOrd="0" presId="urn:microsoft.com/office/officeart/2018/2/layout/IconLabelList"/>
    <dgm:cxn modelId="{5806CD4D-D978-47BF-9A13-7E21DAF4F819}" type="presParOf" srcId="{E245172D-9F38-469A-991C-3ACB22C3295B}" destId="{3F59A053-7920-4812-B830-594A1337B22D}" srcOrd="6" destOrd="0" presId="urn:microsoft.com/office/officeart/2018/2/layout/IconLabelList"/>
    <dgm:cxn modelId="{FF38F475-C990-4BBE-AB35-D67BC5006DD8}" type="presParOf" srcId="{3F59A053-7920-4812-B830-594A1337B22D}" destId="{4214A109-D634-4B49-8A6F-3376831AA709}" srcOrd="0" destOrd="0" presId="urn:microsoft.com/office/officeart/2018/2/layout/IconLabelList"/>
    <dgm:cxn modelId="{0F0BE957-325A-45B7-8D43-307FF0640842}" type="presParOf" srcId="{3F59A053-7920-4812-B830-594A1337B22D}" destId="{3FA5C5C4-4A1D-4453-B769-3B16430FA9CB}" srcOrd="1" destOrd="0" presId="urn:microsoft.com/office/officeart/2018/2/layout/IconLabelList"/>
    <dgm:cxn modelId="{8E0816B0-4E18-4C57-BA90-F41B0AD0F063}" type="presParOf" srcId="{3F59A053-7920-4812-B830-594A1337B22D}" destId="{66D0DDCE-6887-4163-AF8E-17150DAB4006}" srcOrd="2" destOrd="0" presId="urn:microsoft.com/office/officeart/2018/2/layout/IconLabelList"/>
    <dgm:cxn modelId="{BF68E1B4-BDC0-41B1-B5CA-8F339354F0D3}" type="presParOf" srcId="{E245172D-9F38-469A-991C-3ACB22C3295B}" destId="{B67A5D2A-8AD3-452D-8E62-C178CCF7F752}" srcOrd="7" destOrd="0" presId="urn:microsoft.com/office/officeart/2018/2/layout/IconLabelList"/>
    <dgm:cxn modelId="{6EF8D22F-4A3A-405F-A198-DC526E2C1337}" type="presParOf" srcId="{E245172D-9F38-469A-991C-3ACB22C3295B}" destId="{5C28BE25-D63A-41A6-B7FC-BACF1B40D04A}" srcOrd="8" destOrd="0" presId="urn:microsoft.com/office/officeart/2018/2/layout/IconLabelList"/>
    <dgm:cxn modelId="{6977658E-6625-4F29-836A-1E460A6FC12C}" type="presParOf" srcId="{5C28BE25-D63A-41A6-B7FC-BACF1B40D04A}" destId="{993B8020-1D14-4BD0-BDA2-BBD14E807739}" srcOrd="0" destOrd="0" presId="urn:microsoft.com/office/officeart/2018/2/layout/IconLabelList"/>
    <dgm:cxn modelId="{DFBF90E6-09EE-43E8-9B4F-6714DC32B6B4}" type="presParOf" srcId="{5C28BE25-D63A-41A6-B7FC-BACF1B40D04A}" destId="{2780AFD5-22F1-4072-804E-8C01D97DB3F2}" srcOrd="1" destOrd="0" presId="urn:microsoft.com/office/officeart/2018/2/layout/IconLabelList"/>
    <dgm:cxn modelId="{4BADB52E-E445-47D4-AD6C-97BE396069A8}" type="presParOf" srcId="{5C28BE25-D63A-41A6-B7FC-BACF1B40D04A}" destId="{04DEA5E2-278B-46B2-B98B-112ADF7E7C36}" srcOrd="2" destOrd="0" presId="urn:microsoft.com/office/officeart/2018/2/layout/IconLabelList"/>
    <dgm:cxn modelId="{7D341771-F4E2-496F-AC0F-E09AF75A5AC2}" type="presParOf" srcId="{E245172D-9F38-469A-991C-3ACB22C3295B}" destId="{B2A63574-B3CC-44FA-896F-263B957C6FC3}" srcOrd="9" destOrd="0" presId="urn:microsoft.com/office/officeart/2018/2/layout/IconLabelList"/>
    <dgm:cxn modelId="{CEB557F9-CC8C-4BC5-84F0-0460E7BC097A}" type="presParOf" srcId="{E245172D-9F38-469A-991C-3ACB22C3295B}" destId="{7C71D06C-F612-408D-B6F1-33B6E86D68A1}" srcOrd="10" destOrd="0" presId="urn:microsoft.com/office/officeart/2018/2/layout/IconLabelList"/>
    <dgm:cxn modelId="{8496A7BC-C092-4F92-8D5A-AFC72FC49228}" type="presParOf" srcId="{7C71D06C-F612-408D-B6F1-33B6E86D68A1}" destId="{A06D3688-89FB-471C-AFCF-5DDA452C3CEC}" srcOrd="0" destOrd="0" presId="urn:microsoft.com/office/officeart/2018/2/layout/IconLabelList"/>
    <dgm:cxn modelId="{D2C5589F-CAA7-44EE-A76C-24B26D06E557}" type="presParOf" srcId="{7C71D06C-F612-408D-B6F1-33B6E86D68A1}" destId="{BE524ACE-2817-43D3-A77E-413965C10AE7}" srcOrd="1" destOrd="0" presId="urn:microsoft.com/office/officeart/2018/2/layout/IconLabelList"/>
    <dgm:cxn modelId="{B5A7ECF6-7387-4B5B-B67D-E9EF48BA4D51}" type="presParOf" srcId="{7C71D06C-F612-408D-B6F1-33B6E86D68A1}" destId="{C0702057-A69A-473A-969E-DDB305C6C00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1FEF23-2F6E-424E-B809-E1C06B4A2CB8}">
      <dsp:nvSpPr>
        <dsp:cNvPr id="0" name=""/>
        <dsp:cNvSpPr/>
      </dsp:nvSpPr>
      <dsp:spPr>
        <a:xfrm>
          <a:off x="0" y="258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A2BF8-1C4D-4328-88CD-396FEF18DB08}">
      <dsp:nvSpPr>
        <dsp:cNvPr id="0" name=""/>
        <dsp:cNvSpPr/>
      </dsp:nvSpPr>
      <dsp:spPr>
        <a:xfrm>
          <a:off x="0" y="2589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▪ ¿Qué es JavaScript?</a:t>
          </a:r>
        </a:p>
      </dsp:txBody>
      <dsp:txXfrm>
        <a:off x="0" y="2589"/>
        <a:ext cx="7315200" cy="883056"/>
      </dsp:txXfrm>
    </dsp:sp>
    <dsp:sp modelId="{B07F486E-7C2A-4497-B734-21E81A597D7A}">
      <dsp:nvSpPr>
        <dsp:cNvPr id="0" name=""/>
        <dsp:cNvSpPr/>
      </dsp:nvSpPr>
      <dsp:spPr>
        <a:xfrm>
          <a:off x="0" y="885646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605B3-AC56-4781-9C90-8CF925BC304E}">
      <dsp:nvSpPr>
        <dsp:cNvPr id="0" name=""/>
        <dsp:cNvSpPr/>
      </dsp:nvSpPr>
      <dsp:spPr>
        <a:xfrm>
          <a:off x="0" y="885646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▪ Historia y evolución de JavaScript</a:t>
          </a:r>
        </a:p>
      </dsp:txBody>
      <dsp:txXfrm>
        <a:off x="0" y="885646"/>
        <a:ext cx="7315200" cy="883056"/>
      </dsp:txXfrm>
    </dsp:sp>
    <dsp:sp modelId="{8F5683AF-B8E8-4A4F-8F88-BB0084F8C04F}">
      <dsp:nvSpPr>
        <dsp:cNvPr id="0" name=""/>
        <dsp:cNvSpPr/>
      </dsp:nvSpPr>
      <dsp:spPr>
        <a:xfrm>
          <a:off x="0" y="176870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F5953-C8E4-4643-9449-2C97C2068C59}">
      <dsp:nvSpPr>
        <dsp:cNvPr id="0" name=""/>
        <dsp:cNvSpPr/>
      </dsp:nvSpPr>
      <dsp:spPr>
        <a:xfrm>
          <a:off x="0" y="1768703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▪ JavaScript en navegadores modernos</a:t>
          </a:r>
        </a:p>
      </dsp:txBody>
      <dsp:txXfrm>
        <a:off x="0" y="1768703"/>
        <a:ext cx="7315200" cy="883056"/>
      </dsp:txXfrm>
    </dsp:sp>
    <dsp:sp modelId="{6F1B99C4-0051-4796-BB4A-195940DB9710}">
      <dsp:nvSpPr>
        <dsp:cNvPr id="0" name=""/>
        <dsp:cNvSpPr/>
      </dsp:nvSpPr>
      <dsp:spPr>
        <a:xfrm>
          <a:off x="0" y="265176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189A3-B3C1-46C6-BD30-B7C59054ECAC}">
      <dsp:nvSpPr>
        <dsp:cNvPr id="0" name=""/>
        <dsp:cNvSpPr/>
      </dsp:nvSpPr>
      <dsp:spPr>
        <a:xfrm>
          <a:off x="0" y="2651760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▪ Tu primer programa: ¡Hola Mundo!</a:t>
          </a:r>
        </a:p>
      </dsp:txBody>
      <dsp:txXfrm>
        <a:off x="0" y="2651760"/>
        <a:ext cx="7315200" cy="883056"/>
      </dsp:txXfrm>
    </dsp:sp>
    <dsp:sp modelId="{B00F0D9B-F9B2-4919-A4D8-4BCE93D72EE3}">
      <dsp:nvSpPr>
        <dsp:cNvPr id="0" name=""/>
        <dsp:cNvSpPr/>
      </dsp:nvSpPr>
      <dsp:spPr>
        <a:xfrm>
          <a:off x="0" y="3534816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591EE-F9B4-4458-B11D-C468DC0661CF}">
      <dsp:nvSpPr>
        <dsp:cNvPr id="0" name=""/>
        <dsp:cNvSpPr/>
      </dsp:nvSpPr>
      <dsp:spPr>
        <a:xfrm>
          <a:off x="0" y="3534816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▪ La consola de desarrollador</a:t>
          </a:r>
        </a:p>
      </dsp:txBody>
      <dsp:txXfrm>
        <a:off x="0" y="3534816"/>
        <a:ext cx="7315200" cy="883056"/>
      </dsp:txXfrm>
    </dsp:sp>
    <dsp:sp modelId="{962598EE-AF8E-4155-BF89-6E5C3D006244}">
      <dsp:nvSpPr>
        <dsp:cNvPr id="0" name=""/>
        <dsp:cNvSpPr/>
      </dsp:nvSpPr>
      <dsp:spPr>
        <a:xfrm>
          <a:off x="0" y="441787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29607-EC17-4C9A-9AA5-00BD03BC1D3A}">
      <dsp:nvSpPr>
        <dsp:cNvPr id="0" name=""/>
        <dsp:cNvSpPr/>
      </dsp:nvSpPr>
      <dsp:spPr>
        <a:xfrm>
          <a:off x="0" y="4417873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▪ Primeros pasos en la programación</a:t>
          </a:r>
        </a:p>
      </dsp:txBody>
      <dsp:txXfrm>
        <a:off x="0" y="4417873"/>
        <a:ext cx="7315200" cy="883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8A5FB-47B4-40DD-BB6D-AEFDCB46E5A4}">
      <dsp:nvSpPr>
        <dsp:cNvPr id="0" name=""/>
        <dsp:cNvSpPr/>
      </dsp:nvSpPr>
      <dsp:spPr>
        <a:xfrm>
          <a:off x="0" y="124250"/>
          <a:ext cx="73152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▪ Lenguaje de programación interpretado y de propósito general</a:t>
          </a:r>
        </a:p>
      </dsp:txBody>
      <dsp:txXfrm>
        <a:off x="38784" y="163034"/>
        <a:ext cx="7237632" cy="716935"/>
      </dsp:txXfrm>
    </dsp:sp>
    <dsp:sp modelId="{F5E3A124-5DA4-43FF-BAB3-5C440227FAD0}">
      <dsp:nvSpPr>
        <dsp:cNvPr id="0" name=""/>
        <dsp:cNvSpPr/>
      </dsp:nvSpPr>
      <dsp:spPr>
        <a:xfrm>
          <a:off x="0" y="976353"/>
          <a:ext cx="73152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▪ Se </a:t>
          </a:r>
          <a:r>
            <a:rPr lang="en-US" sz="2000" kern="1200" dirty="0" err="1"/>
            <a:t>ejecuta</a:t>
          </a:r>
          <a:r>
            <a:rPr lang="en-US" sz="2000" kern="1200" dirty="0"/>
            <a:t> </a:t>
          </a:r>
          <a:r>
            <a:rPr lang="en-US" sz="2000" kern="1200" dirty="0" err="1"/>
            <a:t>en</a:t>
          </a:r>
          <a:r>
            <a:rPr lang="en-US" sz="2000" kern="1200" dirty="0"/>
            <a:t> </a:t>
          </a:r>
          <a:r>
            <a:rPr lang="en-US" sz="2000" kern="1200" dirty="0" err="1"/>
            <a:t>navegadores</a:t>
          </a:r>
          <a:r>
            <a:rPr lang="en-US" sz="2000" kern="1200" dirty="0"/>
            <a:t> web (</a:t>
          </a:r>
          <a:r>
            <a:rPr lang="en-US" sz="2000" kern="1200" dirty="0" err="1"/>
            <a:t>lado</a:t>
          </a:r>
          <a:r>
            <a:rPr lang="en-US" sz="2000" kern="1200" dirty="0"/>
            <a:t> del </a:t>
          </a:r>
          <a:r>
            <a:rPr lang="en-US" sz="2000" kern="1200" dirty="0" err="1"/>
            <a:t>cliente</a:t>
          </a:r>
          <a:r>
            <a:rPr lang="en-US" sz="2000" kern="1200" dirty="0"/>
            <a:t>) y del </a:t>
          </a:r>
          <a:r>
            <a:rPr lang="en-US" sz="2000" kern="1200" dirty="0" err="1"/>
            <a:t>lado</a:t>
          </a:r>
          <a:r>
            <a:rPr lang="en-US" sz="2000" kern="1200" dirty="0"/>
            <a:t> del </a:t>
          </a:r>
          <a:r>
            <a:rPr lang="en-US" sz="2000" kern="1200" dirty="0" err="1"/>
            <a:t>servidor</a:t>
          </a:r>
          <a:r>
            <a:rPr lang="en-US" sz="2000" kern="1200" dirty="0"/>
            <a:t> (node JS)</a:t>
          </a:r>
        </a:p>
      </dsp:txBody>
      <dsp:txXfrm>
        <a:off x="38784" y="1015137"/>
        <a:ext cx="7237632" cy="716935"/>
      </dsp:txXfrm>
    </dsp:sp>
    <dsp:sp modelId="{A5BC9B58-570A-45E7-84AA-F5422ACDB552}">
      <dsp:nvSpPr>
        <dsp:cNvPr id="0" name=""/>
        <dsp:cNvSpPr/>
      </dsp:nvSpPr>
      <dsp:spPr>
        <a:xfrm>
          <a:off x="0" y="1828456"/>
          <a:ext cx="73152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▪ Permite crear interactividad en páginas web</a:t>
          </a:r>
        </a:p>
      </dsp:txBody>
      <dsp:txXfrm>
        <a:off x="38784" y="1867240"/>
        <a:ext cx="7237632" cy="716935"/>
      </dsp:txXfrm>
    </dsp:sp>
    <dsp:sp modelId="{8CD00901-42FD-418D-A3D1-DB0B40BEEF25}">
      <dsp:nvSpPr>
        <dsp:cNvPr id="0" name=""/>
        <dsp:cNvSpPr/>
      </dsp:nvSpPr>
      <dsp:spPr>
        <a:xfrm>
          <a:off x="0" y="2680560"/>
          <a:ext cx="73152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▪ No requiere compilación - se interpreta en tiempo real</a:t>
          </a:r>
        </a:p>
      </dsp:txBody>
      <dsp:txXfrm>
        <a:off x="38784" y="2719344"/>
        <a:ext cx="7237632" cy="716935"/>
      </dsp:txXfrm>
    </dsp:sp>
    <dsp:sp modelId="{0580125D-484D-4C9E-8D53-E77B8B3133B1}">
      <dsp:nvSpPr>
        <dsp:cNvPr id="0" name=""/>
        <dsp:cNvSpPr/>
      </dsp:nvSpPr>
      <dsp:spPr>
        <a:xfrm>
          <a:off x="0" y="3532663"/>
          <a:ext cx="73152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▪ Es independiente de la plataforma</a:t>
          </a:r>
        </a:p>
      </dsp:txBody>
      <dsp:txXfrm>
        <a:off x="38784" y="3571447"/>
        <a:ext cx="7237632" cy="716935"/>
      </dsp:txXfrm>
    </dsp:sp>
    <dsp:sp modelId="{E0259883-0D3B-4654-97A6-07E79F652C5B}">
      <dsp:nvSpPr>
        <dsp:cNvPr id="0" name=""/>
        <dsp:cNvSpPr/>
      </dsp:nvSpPr>
      <dsp:spPr>
        <a:xfrm>
          <a:off x="0" y="4384766"/>
          <a:ext cx="7315200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▪ Se ejecuta rápidamente en el navegador del usuario</a:t>
          </a:r>
        </a:p>
      </dsp:txBody>
      <dsp:txXfrm>
        <a:off x="38784" y="4423550"/>
        <a:ext cx="7237632" cy="71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0AF01-F103-4E87-90FE-5A9060C6ED55}">
      <dsp:nvSpPr>
        <dsp:cNvPr id="0" name=""/>
        <dsp:cNvSpPr/>
      </dsp:nvSpPr>
      <dsp:spPr>
        <a:xfrm>
          <a:off x="874752" y="1428"/>
          <a:ext cx="2650331" cy="1590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Débilmente tipado: Los tipos se asignan automáticamente</a:t>
          </a:r>
        </a:p>
      </dsp:txBody>
      <dsp:txXfrm>
        <a:off x="874752" y="1428"/>
        <a:ext cx="2650331" cy="1590198"/>
      </dsp:txXfrm>
    </dsp:sp>
    <dsp:sp modelId="{B6F3C758-092C-428C-82D4-7A4F6EBFA905}">
      <dsp:nvSpPr>
        <dsp:cNvPr id="0" name=""/>
        <dsp:cNvSpPr/>
      </dsp:nvSpPr>
      <dsp:spPr>
        <a:xfrm>
          <a:off x="3790116" y="1428"/>
          <a:ext cx="2650331" cy="1590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Dinámico: Puedes cambiar tipos de datos en tiempo de ejecución</a:t>
          </a:r>
        </a:p>
      </dsp:txBody>
      <dsp:txXfrm>
        <a:off x="3790116" y="1428"/>
        <a:ext cx="2650331" cy="1590198"/>
      </dsp:txXfrm>
    </dsp:sp>
    <dsp:sp modelId="{0114C8F6-F491-4F9E-96B6-9157A97EB08C}">
      <dsp:nvSpPr>
        <dsp:cNvPr id="0" name=""/>
        <dsp:cNvSpPr/>
      </dsp:nvSpPr>
      <dsp:spPr>
        <a:xfrm>
          <a:off x="874752" y="1856660"/>
          <a:ext cx="2650331" cy="1590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Orientado a objetos: Permite crear y manipular objetos</a:t>
          </a:r>
        </a:p>
      </dsp:txBody>
      <dsp:txXfrm>
        <a:off x="874752" y="1856660"/>
        <a:ext cx="2650331" cy="1590198"/>
      </dsp:txXfrm>
    </dsp:sp>
    <dsp:sp modelId="{70823750-AFE2-4794-B312-AFD9C6BB8F69}">
      <dsp:nvSpPr>
        <dsp:cNvPr id="0" name=""/>
        <dsp:cNvSpPr/>
      </dsp:nvSpPr>
      <dsp:spPr>
        <a:xfrm>
          <a:off x="3790116" y="1856660"/>
          <a:ext cx="2650331" cy="1590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Funcional: Soporta funciones como objetos de primera clase</a:t>
          </a:r>
        </a:p>
      </dsp:txBody>
      <dsp:txXfrm>
        <a:off x="3790116" y="1856660"/>
        <a:ext cx="2650331" cy="1590198"/>
      </dsp:txXfrm>
    </dsp:sp>
    <dsp:sp modelId="{71C26ACC-6822-4731-B111-C9905EACF1D3}">
      <dsp:nvSpPr>
        <dsp:cNvPr id="0" name=""/>
        <dsp:cNvSpPr/>
      </dsp:nvSpPr>
      <dsp:spPr>
        <a:xfrm>
          <a:off x="874752" y="3711892"/>
          <a:ext cx="2650331" cy="1590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Interpretado: Se ejecuta línea por línea</a:t>
          </a:r>
        </a:p>
      </dsp:txBody>
      <dsp:txXfrm>
        <a:off x="874752" y="3711892"/>
        <a:ext cx="2650331" cy="1590198"/>
      </dsp:txXfrm>
    </dsp:sp>
    <dsp:sp modelId="{9D74F5EA-5C44-4F72-8988-2C5955E6E75B}">
      <dsp:nvSpPr>
        <dsp:cNvPr id="0" name=""/>
        <dsp:cNvSpPr/>
      </dsp:nvSpPr>
      <dsp:spPr>
        <a:xfrm>
          <a:off x="3790116" y="3711892"/>
          <a:ext cx="2650331" cy="15901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Compatible con todos los navegadores modernos</a:t>
          </a:r>
        </a:p>
      </dsp:txBody>
      <dsp:txXfrm>
        <a:off x="3790116" y="3711892"/>
        <a:ext cx="2650331" cy="1590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648C7-4F37-437F-930A-E7EE5B295BBA}">
      <dsp:nvSpPr>
        <dsp:cNvPr id="0" name=""/>
        <dsp:cNvSpPr/>
      </dsp:nvSpPr>
      <dsp:spPr>
        <a:xfrm>
          <a:off x="2417491" y="544930"/>
          <a:ext cx="942662" cy="942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▪ 1995: Creado por Brendan Eich</a:t>
          </a:r>
        </a:p>
      </dsp:txBody>
      <dsp:txXfrm>
        <a:off x="2417491" y="544930"/>
        <a:ext cx="942662" cy="942662"/>
      </dsp:txXfrm>
    </dsp:sp>
    <dsp:sp modelId="{55634499-F2DF-4129-B701-18E6675C11AC}">
      <dsp:nvSpPr>
        <dsp:cNvPr id="0" name=""/>
        <dsp:cNvSpPr/>
      </dsp:nvSpPr>
      <dsp:spPr>
        <a:xfrm>
          <a:off x="196754" y="517268"/>
          <a:ext cx="3538411" cy="3538411"/>
        </a:xfrm>
        <a:prstGeom prst="circularArrow">
          <a:avLst>
            <a:gd name="adj1" fmla="val 5195"/>
            <a:gd name="adj2" fmla="val 335535"/>
            <a:gd name="adj3" fmla="val 21294783"/>
            <a:gd name="adj4" fmla="val 19764888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C2602E-17AE-430A-931F-931F122BE7F9}">
      <dsp:nvSpPr>
        <dsp:cNvPr id="0" name=""/>
        <dsp:cNvSpPr/>
      </dsp:nvSpPr>
      <dsp:spPr>
        <a:xfrm>
          <a:off x="2987852" y="2300320"/>
          <a:ext cx="942662" cy="942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▪ Originalmente llamado 'Mocha'</a:t>
          </a:r>
        </a:p>
      </dsp:txBody>
      <dsp:txXfrm>
        <a:off x="2987852" y="2300320"/>
        <a:ext cx="942662" cy="942662"/>
      </dsp:txXfrm>
    </dsp:sp>
    <dsp:sp modelId="{1B75B993-4E8A-44DC-8529-C5AEAECBD5F3}">
      <dsp:nvSpPr>
        <dsp:cNvPr id="0" name=""/>
        <dsp:cNvSpPr/>
      </dsp:nvSpPr>
      <dsp:spPr>
        <a:xfrm>
          <a:off x="196754" y="517268"/>
          <a:ext cx="3538411" cy="3538411"/>
        </a:xfrm>
        <a:prstGeom prst="circularArrow">
          <a:avLst>
            <a:gd name="adj1" fmla="val 5195"/>
            <a:gd name="adj2" fmla="val 335535"/>
            <a:gd name="adj3" fmla="val 4016296"/>
            <a:gd name="adj4" fmla="val 225196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402CE-3341-486A-AC5A-EF045F051962}">
      <dsp:nvSpPr>
        <dsp:cNvPr id="0" name=""/>
        <dsp:cNvSpPr/>
      </dsp:nvSpPr>
      <dsp:spPr>
        <a:xfrm>
          <a:off x="1494628" y="3385210"/>
          <a:ext cx="942662" cy="942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▪ Luego renombrado a 'LiveScript'</a:t>
          </a:r>
        </a:p>
      </dsp:txBody>
      <dsp:txXfrm>
        <a:off x="1494628" y="3385210"/>
        <a:ext cx="942662" cy="942662"/>
      </dsp:txXfrm>
    </dsp:sp>
    <dsp:sp modelId="{E8B639B7-ABA9-4A0F-9A53-5CACBAD7AB20}">
      <dsp:nvSpPr>
        <dsp:cNvPr id="0" name=""/>
        <dsp:cNvSpPr/>
      </dsp:nvSpPr>
      <dsp:spPr>
        <a:xfrm>
          <a:off x="196754" y="517268"/>
          <a:ext cx="3538411" cy="3538411"/>
        </a:xfrm>
        <a:prstGeom prst="circularArrow">
          <a:avLst>
            <a:gd name="adj1" fmla="val 5195"/>
            <a:gd name="adj2" fmla="val 335535"/>
            <a:gd name="adj3" fmla="val 8212500"/>
            <a:gd name="adj4" fmla="val 6448170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F2FE4-4F42-48B1-9E4B-7A0E3066ECCA}">
      <dsp:nvSpPr>
        <dsp:cNvPr id="0" name=""/>
        <dsp:cNvSpPr/>
      </dsp:nvSpPr>
      <dsp:spPr>
        <a:xfrm>
          <a:off x="1405" y="2300320"/>
          <a:ext cx="942662" cy="942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▪ Finalmente 'JavaScript'</a:t>
          </a:r>
        </a:p>
      </dsp:txBody>
      <dsp:txXfrm>
        <a:off x="1405" y="2300320"/>
        <a:ext cx="942662" cy="942662"/>
      </dsp:txXfrm>
    </dsp:sp>
    <dsp:sp modelId="{D96FA120-34BE-466E-877D-72C293B7AFC7}">
      <dsp:nvSpPr>
        <dsp:cNvPr id="0" name=""/>
        <dsp:cNvSpPr/>
      </dsp:nvSpPr>
      <dsp:spPr>
        <a:xfrm>
          <a:off x="196754" y="517268"/>
          <a:ext cx="3538411" cy="3538411"/>
        </a:xfrm>
        <a:prstGeom prst="circularArrow">
          <a:avLst>
            <a:gd name="adj1" fmla="val 5195"/>
            <a:gd name="adj2" fmla="val 335535"/>
            <a:gd name="adj3" fmla="val 12299577"/>
            <a:gd name="adj4" fmla="val 10769682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ECD5B-0835-439F-9ED0-61899C0F83D9}">
      <dsp:nvSpPr>
        <dsp:cNvPr id="0" name=""/>
        <dsp:cNvSpPr/>
      </dsp:nvSpPr>
      <dsp:spPr>
        <a:xfrm>
          <a:off x="571765" y="544930"/>
          <a:ext cx="942662" cy="942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▪ Primera versión en Netscape Navigator</a:t>
          </a:r>
        </a:p>
      </dsp:txBody>
      <dsp:txXfrm>
        <a:off x="571765" y="544930"/>
        <a:ext cx="942662" cy="942662"/>
      </dsp:txXfrm>
    </dsp:sp>
    <dsp:sp modelId="{061FB0CD-2DAC-433B-A613-4FC9C24ABCDB}">
      <dsp:nvSpPr>
        <dsp:cNvPr id="0" name=""/>
        <dsp:cNvSpPr/>
      </dsp:nvSpPr>
      <dsp:spPr>
        <a:xfrm>
          <a:off x="196754" y="517268"/>
          <a:ext cx="3538411" cy="3538411"/>
        </a:xfrm>
        <a:prstGeom prst="circularArrow">
          <a:avLst>
            <a:gd name="adj1" fmla="val 5195"/>
            <a:gd name="adj2" fmla="val 335535"/>
            <a:gd name="adj3" fmla="val 16867279"/>
            <a:gd name="adj4" fmla="val 15197186"/>
            <a:gd name="adj5" fmla="val 606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7B3E1-E555-4BCF-A56E-BEAAB551825E}">
      <dsp:nvSpPr>
        <dsp:cNvPr id="0" name=""/>
        <dsp:cNvSpPr/>
      </dsp:nvSpPr>
      <dsp:spPr>
        <a:xfrm>
          <a:off x="10493" y="301665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7027AA-E22D-4541-8293-28607858AC54}">
      <dsp:nvSpPr>
        <dsp:cNvPr id="0" name=""/>
        <dsp:cNvSpPr/>
      </dsp:nvSpPr>
      <dsp:spPr>
        <a:xfrm>
          <a:off x="213283" y="504455"/>
          <a:ext cx="560085" cy="560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CD81F-0BE5-4637-B29C-FFC56EC27DAF}">
      <dsp:nvSpPr>
        <dsp:cNvPr id="0" name=""/>
        <dsp:cNvSpPr/>
      </dsp:nvSpPr>
      <dsp:spPr>
        <a:xfrm>
          <a:off x="1183086" y="301665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▪ ES5 (2009): Mejora de rendimiento y características</a:t>
          </a:r>
        </a:p>
      </dsp:txBody>
      <dsp:txXfrm>
        <a:off x="1183086" y="301665"/>
        <a:ext cx="2276207" cy="965664"/>
      </dsp:txXfrm>
    </dsp:sp>
    <dsp:sp modelId="{76856932-966D-4F4F-818D-4F2D7231315E}">
      <dsp:nvSpPr>
        <dsp:cNvPr id="0" name=""/>
        <dsp:cNvSpPr/>
      </dsp:nvSpPr>
      <dsp:spPr>
        <a:xfrm>
          <a:off x="3855906" y="301665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EC6CC-082C-4F22-A110-0EC70525D967}">
      <dsp:nvSpPr>
        <dsp:cNvPr id="0" name=""/>
        <dsp:cNvSpPr/>
      </dsp:nvSpPr>
      <dsp:spPr>
        <a:xfrm>
          <a:off x="4058695" y="504455"/>
          <a:ext cx="560085" cy="560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9A746-8763-4198-A2ED-2DF6740C8C88}">
      <dsp:nvSpPr>
        <dsp:cNvPr id="0" name=""/>
        <dsp:cNvSpPr/>
      </dsp:nvSpPr>
      <dsp:spPr>
        <a:xfrm>
          <a:off x="5028498" y="301665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▪ ES6/ES2015 (2015): Gran revolución - clases, arrow functions, promesas</a:t>
          </a:r>
        </a:p>
      </dsp:txBody>
      <dsp:txXfrm>
        <a:off x="5028498" y="301665"/>
        <a:ext cx="2276207" cy="965664"/>
      </dsp:txXfrm>
    </dsp:sp>
    <dsp:sp modelId="{9DC6BDB9-6B2E-4376-B07E-D1FCFD6437F7}">
      <dsp:nvSpPr>
        <dsp:cNvPr id="0" name=""/>
        <dsp:cNvSpPr/>
      </dsp:nvSpPr>
      <dsp:spPr>
        <a:xfrm>
          <a:off x="10493" y="2168928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256E0-E200-4B26-91EB-1C93A6053465}">
      <dsp:nvSpPr>
        <dsp:cNvPr id="0" name=""/>
        <dsp:cNvSpPr/>
      </dsp:nvSpPr>
      <dsp:spPr>
        <a:xfrm>
          <a:off x="213283" y="2371717"/>
          <a:ext cx="560085" cy="560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2197A-86FF-4196-966C-656F34A4EA03}">
      <dsp:nvSpPr>
        <dsp:cNvPr id="0" name=""/>
        <dsp:cNvSpPr/>
      </dsp:nvSpPr>
      <dsp:spPr>
        <a:xfrm>
          <a:off x="1183086" y="2168928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▪ Actualizaciones anuales desde 2016 con mejoras incrementales</a:t>
          </a:r>
        </a:p>
      </dsp:txBody>
      <dsp:txXfrm>
        <a:off x="1183086" y="2168928"/>
        <a:ext cx="2276207" cy="965664"/>
      </dsp:txXfrm>
    </dsp:sp>
    <dsp:sp modelId="{B30A6066-2349-4B64-9B61-ED024BE6D8FA}">
      <dsp:nvSpPr>
        <dsp:cNvPr id="0" name=""/>
        <dsp:cNvSpPr/>
      </dsp:nvSpPr>
      <dsp:spPr>
        <a:xfrm>
          <a:off x="3855906" y="2168928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98A3C3-BAA3-4309-8D21-8DB2EAEC62F6}">
      <dsp:nvSpPr>
        <dsp:cNvPr id="0" name=""/>
        <dsp:cNvSpPr/>
      </dsp:nvSpPr>
      <dsp:spPr>
        <a:xfrm>
          <a:off x="4058695" y="2371717"/>
          <a:ext cx="560085" cy="560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A9CC8-F6B3-4732-ACD4-712F490A2561}">
      <dsp:nvSpPr>
        <dsp:cNvPr id="0" name=""/>
        <dsp:cNvSpPr/>
      </dsp:nvSpPr>
      <dsp:spPr>
        <a:xfrm>
          <a:off x="5028498" y="2168928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▪ Hoy: ES15 (2024) con características modernas y poderosas</a:t>
          </a:r>
        </a:p>
      </dsp:txBody>
      <dsp:txXfrm>
        <a:off x="5028498" y="2168928"/>
        <a:ext cx="2276207" cy="965664"/>
      </dsp:txXfrm>
    </dsp:sp>
    <dsp:sp modelId="{0BD99D5A-EF07-4766-A4C7-5CDA3817EEF6}">
      <dsp:nvSpPr>
        <dsp:cNvPr id="0" name=""/>
        <dsp:cNvSpPr/>
      </dsp:nvSpPr>
      <dsp:spPr>
        <a:xfrm>
          <a:off x="10493" y="4036190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16DCD-130F-4269-8544-E68E1B775355}">
      <dsp:nvSpPr>
        <dsp:cNvPr id="0" name=""/>
        <dsp:cNvSpPr/>
      </dsp:nvSpPr>
      <dsp:spPr>
        <a:xfrm>
          <a:off x="213283" y="4238979"/>
          <a:ext cx="560085" cy="560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C1475-58A7-43B2-876F-B17366C69BB1}">
      <dsp:nvSpPr>
        <dsp:cNvPr id="0" name=""/>
        <dsp:cNvSpPr/>
      </dsp:nvSpPr>
      <dsp:spPr>
        <a:xfrm>
          <a:off x="1183086" y="4036190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▪ Comunidad activa: Millones de desarrolladores contribuyen</a:t>
          </a:r>
        </a:p>
      </dsp:txBody>
      <dsp:txXfrm>
        <a:off x="1183086" y="4036190"/>
        <a:ext cx="2276207" cy="965664"/>
      </dsp:txXfrm>
    </dsp:sp>
    <dsp:sp modelId="{49B66621-F85C-4DC1-A3F3-0342C6399D2F}">
      <dsp:nvSpPr>
        <dsp:cNvPr id="0" name=""/>
        <dsp:cNvSpPr/>
      </dsp:nvSpPr>
      <dsp:spPr>
        <a:xfrm>
          <a:off x="3855906" y="4036190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8DC3E-D8C7-47C7-A849-F889CAB92DC0}">
      <dsp:nvSpPr>
        <dsp:cNvPr id="0" name=""/>
        <dsp:cNvSpPr/>
      </dsp:nvSpPr>
      <dsp:spPr>
        <a:xfrm>
          <a:off x="4058695" y="4238979"/>
          <a:ext cx="560085" cy="560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7219B-AA8C-4291-B130-D5AE22F57021}">
      <dsp:nvSpPr>
        <dsp:cNvPr id="0" name=""/>
        <dsp:cNvSpPr/>
      </dsp:nvSpPr>
      <dsp:spPr>
        <a:xfrm>
          <a:off x="5028498" y="4036190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▪ Ecosistema enorme: Librerías como React, Vue, Angular, etc.</a:t>
          </a:r>
        </a:p>
      </dsp:txBody>
      <dsp:txXfrm>
        <a:off x="5028498" y="4036190"/>
        <a:ext cx="2276207" cy="9656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43768-B1B0-44DD-B102-58D92BCC1273}">
      <dsp:nvSpPr>
        <dsp:cNvPr id="0" name=""/>
        <dsp:cNvSpPr/>
      </dsp:nvSpPr>
      <dsp:spPr>
        <a:xfrm>
          <a:off x="1270962" y="261635"/>
          <a:ext cx="1389995" cy="138999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▪ Navegadores Web</a:t>
          </a:r>
        </a:p>
      </dsp:txBody>
      <dsp:txXfrm>
        <a:off x="1618461" y="261635"/>
        <a:ext cx="694997" cy="1146746"/>
      </dsp:txXfrm>
    </dsp:sp>
    <dsp:sp modelId="{0E8C98D6-812F-4207-9FF8-85B5FCED8D39}">
      <dsp:nvSpPr>
        <dsp:cNvPr id="0" name=""/>
        <dsp:cNvSpPr/>
      </dsp:nvSpPr>
      <dsp:spPr>
        <a:xfrm rot="3600000">
          <a:off x="2541011" y="994899"/>
          <a:ext cx="1389995" cy="138999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▪ Google Chrome</a:t>
          </a:r>
        </a:p>
      </dsp:txBody>
      <dsp:txXfrm rot="-5400000">
        <a:off x="2767966" y="1281585"/>
        <a:ext cx="1146746" cy="694997"/>
      </dsp:txXfrm>
    </dsp:sp>
    <dsp:sp modelId="{54E275F8-DAC8-431C-8801-C6521D3AE780}">
      <dsp:nvSpPr>
        <dsp:cNvPr id="0" name=""/>
        <dsp:cNvSpPr/>
      </dsp:nvSpPr>
      <dsp:spPr>
        <a:xfrm rot="7200000">
          <a:off x="2541011" y="2461425"/>
          <a:ext cx="1389995" cy="138999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▪ Mozilla Firefox</a:t>
          </a:r>
        </a:p>
      </dsp:txBody>
      <dsp:txXfrm rot="-5400000">
        <a:off x="2767966" y="2869736"/>
        <a:ext cx="1146746" cy="694997"/>
      </dsp:txXfrm>
    </dsp:sp>
    <dsp:sp modelId="{322CA804-5917-4CE3-A9A0-DDCF35CEEE50}">
      <dsp:nvSpPr>
        <dsp:cNvPr id="0" name=""/>
        <dsp:cNvSpPr/>
      </dsp:nvSpPr>
      <dsp:spPr>
        <a:xfrm rot="10800000">
          <a:off x="1270962" y="3194689"/>
          <a:ext cx="1389995" cy="138999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▪ Microsoft Edge</a:t>
          </a:r>
        </a:p>
      </dsp:txBody>
      <dsp:txXfrm rot="10800000">
        <a:off x="1618461" y="3437938"/>
        <a:ext cx="694997" cy="1146746"/>
      </dsp:txXfrm>
    </dsp:sp>
    <dsp:sp modelId="{451718EA-AF42-420C-8754-36F98816DFCD}">
      <dsp:nvSpPr>
        <dsp:cNvPr id="0" name=""/>
        <dsp:cNvSpPr/>
      </dsp:nvSpPr>
      <dsp:spPr>
        <a:xfrm rot="14400000">
          <a:off x="913" y="2461425"/>
          <a:ext cx="1389995" cy="138999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▪ Apple Safari</a:t>
          </a:r>
        </a:p>
      </dsp:txBody>
      <dsp:txXfrm rot="5400000">
        <a:off x="17208" y="2869736"/>
        <a:ext cx="1146746" cy="694997"/>
      </dsp:txXfrm>
    </dsp:sp>
    <dsp:sp modelId="{07631FAD-92BD-4126-B70B-AE62FD8D1A60}">
      <dsp:nvSpPr>
        <dsp:cNvPr id="0" name=""/>
        <dsp:cNvSpPr/>
      </dsp:nvSpPr>
      <dsp:spPr>
        <a:xfrm rot="18000000">
          <a:off x="913" y="994899"/>
          <a:ext cx="1389995" cy="1389995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▪ Otros navegadores modernos</a:t>
          </a:r>
        </a:p>
      </dsp:txBody>
      <dsp:txXfrm rot="5400000">
        <a:off x="17208" y="1281585"/>
        <a:ext cx="1146746" cy="69499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B5F83-FB85-43A6-89A6-84CA85F7095A}">
      <dsp:nvSpPr>
        <dsp:cNvPr id="0" name=""/>
        <dsp:cNvSpPr/>
      </dsp:nvSpPr>
      <dsp:spPr>
        <a:xfrm>
          <a:off x="0" y="258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59CDB-9384-4222-90C7-663A389C4ADE}">
      <dsp:nvSpPr>
        <dsp:cNvPr id="0" name=""/>
        <dsp:cNvSpPr/>
      </dsp:nvSpPr>
      <dsp:spPr>
        <a:xfrm>
          <a:off x="0" y="2589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Validar datos de formularios antes de enviarlos</a:t>
          </a:r>
        </a:p>
      </dsp:txBody>
      <dsp:txXfrm>
        <a:off x="0" y="2589"/>
        <a:ext cx="7315200" cy="883056"/>
      </dsp:txXfrm>
    </dsp:sp>
    <dsp:sp modelId="{FA45BC8E-282D-42F4-BCD0-C68D56B50D8D}">
      <dsp:nvSpPr>
        <dsp:cNvPr id="0" name=""/>
        <dsp:cNvSpPr/>
      </dsp:nvSpPr>
      <dsp:spPr>
        <a:xfrm>
          <a:off x="0" y="885646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8B596-F3B4-4912-AA15-BB4F617FC5F2}">
      <dsp:nvSpPr>
        <dsp:cNvPr id="0" name=""/>
        <dsp:cNvSpPr/>
      </dsp:nvSpPr>
      <dsp:spPr>
        <a:xfrm>
          <a:off x="0" y="885646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Crear efectos visuales y animaciones</a:t>
          </a:r>
        </a:p>
      </dsp:txBody>
      <dsp:txXfrm>
        <a:off x="0" y="885646"/>
        <a:ext cx="7315200" cy="883056"/>
      </dsp:txXfrm>
    </dsp:sp>
    <dsp:sp modelId="{562D1001-DE66-4B13-861E-DA22A5BCB866}">
      <dsp:nvSpPr>
        <dsp:cNvPr id="0" name=""/>
        <dsp:cNvSpPr/>
      </dsp:nvSpPr>
      <dsp:spPr>
        <a:xfrm>
          <a:off x="0" y="176870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23357-52E4-4E3D-8CAC-8E77D3D516FC}">
      <dsp:nvSpPr>
        <dsp:cNvPr id="0" name=""/>
        <dsp:cNvSpPr/>
      </dsp:nvSpPr>
      <dsp:spPr>
        <a:xfrm>
          <a:off x="0" y="1768703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Modificar contenido sin recargar la página</a:t>
          </a:r>
        </a:p>
      </dsp:txBody>
      <dsp:txXfrm>
        <a:off x="0" y="1768703"/>
        <a:ext cx="7315200" cy="883056"/>
      </dsp:txXfrm>
    </dsp:sp>
    <dsp:sp modelId="{E3C5B479-5F8B-413C-9B90-2AC4AD9DE53B}">
      <dsp:nvSpPr>
        <dsp:cNvPr id="0" name=""/>
        <dsp:cNvSpPr/>
      </dsp:nvSpPr>
      <dsp:spPr>
        <a:xfrm>
          <a:off x="0" y="265176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2D400-AC7D-49E4-882F-45058A38647A}">
      <dsp:nvSpPr>
        <dsp:cNvPr id="0" name=""/>
        <dsp:cNvSpPr/>
      </dsp:nvSpPr>
      <dsp:spPr>
        <a:xfrm>
          <a:off x="0" y="2651760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Responder a eventos del usuario (clicks, escritura, etc.)</a:t>
          </a:r>
        </a:p>
      </dsp:txBody>
      <dsp:txXfrm>
        <a:off x="0" y="2651760"/>
        <a:ext cx="7315200" cy="883056"/>
      </dsp:txXfrm>
    </dsp:sp>
    <dsp:sp modelId="{EEFB1996-5EFC-45D0-86D1-D80BC27FBBAC}">
      <dsp:nvSpPr>
        <dsp:cNvPr id="0" name=""/>
        <dsp:cNvSpPr/>
      </dsp:nvSpPr>
      <dsp:spPr>
        <a:xfrm>
          <a:off x="0" y="3534816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A9CA7-8040-48AF-8FEF-91C79104661A}">
      <dsp:nvSpPr>
        <dsp:cNvPr id="0" name=""/>
        <dsp:cNvSpPr/>
      </dsp:nvSpPr>
      <dsp:spPr>
        <a:xfrm>
          <a:off x="0" y="3534816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Hacer peticiones a servidores (AJAX)</a:t>
          </a:r>
        </a:p>
      </dsp:txBody>
      <dsp:txXfrm>
        <a:off x="0" y="3534816"/>
        <a:ext cx="7315200" cy="883056"/>
      </dsp:txXfrm>
    </dsp:sp>
    <dsp:sp modelId="{2F0C3B56-7BFD-414A-A751-99C889DD61FF}">
      <dsp:nvSpPr>
        <dsp:cNvPr id="0" name=""/>
        <dsp:cNvSpPr/>
      </dsp:nvSpPr>
      <dsp:spPr>
        <a:xfrm>
          <a:off x="0" y="441787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74104-27DD-4DFB-9A35-B811035148D4}">
      <dsp:nvSpPr>
        <dsp:cNvPr id="0" name=""/>
        <dsp:cNvSpPr/>
      </dsp:nvSpPr>
      <dsp:spPr>
        <a:xfrm>
          <a:off x="0" y="4417873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Crear aplicaciones web interactivas y modernas</a:t>
          </a:r>
        </a:p>
      </dsp:txBody>
      <dsp:txXfrm>
        <a:off x="0" y="4417873"/>
        <a:ext cx="7315200" cy="8830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37BFE-1C01-4868-BA39-EF540F137603}">
      <dsp:nvSpPr>
        <dsp:cNvPr id="0" name=""/>
        <dsp:cNvSpPr/>
      </dsp:nvSpPr>
      <dsp:spPr>
        <a:xfrm>
          <a:off x="0" y="205739"/>
          <a:ext cx="8229600" cy="5554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F1350-6C48-4180-9D6A-CC2BD094AE9C}">
      <dsp:nvSpPr>
        <dsp:cNvPr id="0" name=""/>
        <dsp:cNvSpPr/>
      </dsp:nvSpPr>
      <dsp:spPr>
        <a:xfrm>
          <a:off x="168038" y="330727"/>
          <a:ext cx="305523" cy="305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1180B-2A67-4925-86C9-B0C1FB069C8D}">
      <dsp:nvSpPr>
        <dsp:cNvPr id="0" name=""/>
        <dsp:cNvSpPr/>
      </dsp:nvSpPr>
      <dsp:spPr>
        <a:xfrm>
          <a:off x="641600" y="205739"/>
          <a:ext cx="7587999" cy="5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790" tIns="58790" rIns="58790" bIns="5879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JavaScript: Interactividad y comportamiento</a:t>
          </a:r>
          <a:endParaRPr lang="en-US" sz="1400" kern="1200"/>
        </a:p>
      </dsp:txBody>
      <dsp:txXfrm>
        <a:off x="641600" y="205739"/>
        <a:ext cx="7587999" cy="555498"/>
      </dsp:txXfrm>
    </dsp:sp>
    <dsp:sp modelId="{469EBD33-17DC-4DEC-A3CF-C506DEEC8341}">
      <dsp:nvSpPr>
        <dsp:cNvPr id="0" name=""/>
        <dsp:cNvSpPr/>
      </dsp:nvSpPr>
      <dsp:spPr>
        <a:xfrm>
          <a:off x="0" y="884682"/>
          <a:ext cx="8229600" cy="55549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AAE5EE-AEF6-42A7-A165-6DEF6458FABE}">
      <dsp:nvSpPr>
        <dsp:cNvPr id="0" name=""/>
        <dsp:cNvSpPr/>
      </dsp:nvSpPr>
      <dsp:spPr>
        <a:xfrm>
          <a:off x="168038" y="1009669"/>
          <a:ext cx="305523" cy="305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DA2F8-CD4A-471E-B6F5-F7C9278D4B4B}">
      <dsp:nvSpPr>
        <dsp:cNvPr id="0" name=""/>
        <dsp:cNvSpPr/>
      </dsp:nvSpPr>
      <dsp:spPr>
        <a:xfrm>
          <a:off x="641600" y="884682"/>
          <a:ext cx="7587999" cy="555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790" tIns="58790" rIns="58790" bIns="5879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Responde a acciones del usuario • Modifica HTML y CSS dinámicamente • Valida formularios • Crea animaciones • Comunica con servidores</a:t>
          </a:r>
        </a:p>
      </dsp:txBody>
      <dsp:txXfrm>
        <a:off x="641600" y="884682"/>
        <a:ext cx="7587999" cy="55549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F2CAE-C2C1-40A7-B569-1BCE18F35E31}">
      <dsp:nvSpPr>
        <dsp:cNvPr id="0" name=""/>
        <dsp:cNvSpPr/>
      </dsp:nvSpPr>
      <dsp:spPr>
        <a:xfrm>
          <a:off x="0" y="261000"/>
          <a:ext cx="7680960" cy="617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✓ Esta línea muestra una ventana emergente (alert box)</a:t>
          </a:r>
        </a:p>
      </dsp:txBody>
      <dsp:txXfrm>
        <a:off x="30157" y="291157"/>
        <a:ext cx="7620646" cy="557445"/>
      </dsp:txXfrm>
    </dsp:sp>
    <dsp:sp modelId="{6415F4B7-F2DD-4308-8C74-8A9B2B150E54}">
      <dsp:nvSpPr>
        <dsp:cNvPr id="0" name=""/>
        <dsp:cNvSpPr/>
      </dsp:nvSpPr>
      <dsp:spPr>
        <a:xfrm>
          <a:off x="0" y="947880"/>
          <a:ext cx="7680960" cy="617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✓ El texto entre comillas es lo que se muestra</a:t>
          </a:r>
        </a:p>
      </dsp:txBody>
      <dsp:txXfrm>
        <a:off x="30157" y="978037"/>
        <a:ext cx="7620646" cy="557445"/>
      </dsp:txXfrm>
    </dsp:sp>
    <dsp:sp modelId="{825D39C5-F064-4E90-BCC3-64392B6DC50E}">
      <dsp:nvSpPr>
        <dsp:cNvPr id="0" name=""/>
        <dsp:cNvSpPr/>
      </dsp:nvSpPr>
      <dsp:spPr>
        <a:xfrm>
          <a:off x="0" y="1634760"/>
          <a:ext cx="7680960" cy="617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✓ Los paréntesis contienen el parámetro</a:t>
          </a:r>
        </a:p>
      </dsp:txBody>
      <dsp:txXfrm>
        <a:off x="30157" y="1664917"/>
        <a:ext cx="7620646" cy="557445"/>
      </dsp:txXfrm>
    </dsp:sp>
    <dsp:sp modelId="{ACAD353A-C079-490A-9C6E-8CEC54EBFC40}">
      <dsp:nvSpPr>
        <dsp:cNvPr id="0" name=""/>
        <dsp:cNvSpPr/>
      </dsp:nvSpPr>
      <dsp:spPr>
        <a:xfrm>
          <a:off x="0" y="2321640"/>
          <a:ext cx="7680960" cy="617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✓ El punto y coma (;) termina la </a:t>
          </a:r>
          <a:r>
            <a:rPr lang="en-US" sz="2400" kern="1200" dirty="0" err="1"/>
            <a:t>instrucción</a:t>
          </a:r>
          <a:r>
            <a:rPr lang="en-US" sz="2400" kern="1200" dirty="0"/>
            <a:t> (no </a:t>
          </a:r>
          <a:r>
            <a:rPr lang="en-US" sz="2400" kern="1200" dirty="0" err="1"/>
            <a:t>obligatorio</a:t>
          </a:r>
          <a:r>
            <a:rPr lang="en-US" sz="2400" kern="1200" dirty="0"/>
            <a:t>)</a:t>
          </a:r>
        </a:p>
      </dsp:txBody>
      <dsp:txXfrm>
        <a:off x="30157" y="2351797"/>
        <a:ext cx="7620646" cy="5574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7EAC1-7FF3-4DFE-AC93-6D06E87E3DB5}">
      <dsp:nvSpPr>
        <dsp:cNvPr id="0" name=""/>
        <dsp:cNvSpPr/>
      </dsp:nvSpPr>
      <dsp:spPr>
        <a:xfrm>
          <a:off x="0" y="593729"/>
          <a:ext cx="73152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▪ En etiqueta &lt;script&gt; dentro de HTML</a:t>
          </a:r>
        </a:p>
      </dsp:txBody>
      <dsp:txXfrm>
        <a:off x="30442" y="624171"/>
        <a:ext cx="7254316" cy="562726"/>
      </dsp:txXfrm>
    </dsp:sp>
    <dsp:sp modelId="{EAB605B9-3AA9-49F4-8C67-423876E76A87}">
      <dsp:nvSpPr>
        <dsp:cNvPr id="0" name=""/>
        <dsp:cNvSpPr/>
      </dsp:nvSpPr>
      <dsp:spPr>
        <a:xfrm>
          <a:off x="0" y="1292219"/>
          <a:ext cx="73152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▪ En archivos separados con extensión .js</a:t>
          </a:r>
        </a:p>
      </dsp:txBody>
      <dsp:txXfrm>
        <a:off x="30442" y="1322661"/>
        <a:ext cx="7254316" cy="562726"/>
      </dsp:txXfrm>
    </dsp:sp>
    <dsp:sp modelId="{4A68081D-F9AB-448E-BC90-FD4D6332732E}">
      <dsp:nvSpPr>
        <dsp:cNvPr id="0" name=""/>
        <dsp:cNvSpPr/>
      </dsp:nvSpPr>
      <dsp:spPr>
        <a:xfrm>
          <a:off x="0" y="1990709"/>
          <a:ext cx="73152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▪ Directamente en el navegador (consola)</a:t>
          </a:r>
        </a:p>
      </dsp:txBody>
      <dsp:txXfrm>
        <a:off x="30442" y="2021151"/>
        <a:ext cx="7254316" cy="562726"/>
      </dsp:txXfrm>
    </dsp:sp>
    <dsp:sp modelId="{85815AA8-1B86-4088-91C3-DD558A7CB024}">
      <dsp:nvSpPr>
        <dsp:cNvPr id="0" name=""/>
        <dsp:cNvSpPr/>
      </dsp:nvSpPr>
      <dsp:spPr>
        <a:xfrm>
          <a:off x="0" y="2689199"/>
          <a:ext cx="73152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▪ En editores de código: VS Code, Sublime Text, etc.</a:t>
          </a:r>
        </a:p>
      </dsp:txBody>
      <dsp:txXfrm>
        <a:off x="30442" y="2719641"/>
        <a:ext cx="7254316" cy="562726"/>
      </dsp:txXfrm>
    </dsp:sp>
    <dsp:sp modelId="{C499E6B2-D418-42DD-ABB4-AD6C57A2C416}">
      <dsp:nvSpPr>
        <dsp:cNvPr id="0" name=""/>
        <dsp:cNvSpPr/>
      </dsp:nvSpPr>
      <dsp:spPr>
        <a:xfrm>
          <a:off x="0" y="3387690"/>
          <a:ext cx="73152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▪ En plataformas online: CodePen, JSFiddle, Replit</a:t>
          </a:r>
        </a:p>
      </dsp:txBody>
      <dsp:txXfrm>
        <a:off x="30442" y="3418132"/>
        <a:ext cx="7254316" cy="562726"/>
      </dsp:txXfrm>
    </dsp:sp>
    <dsp:sp modelId="{769814DA-E156-4ADB-97B4-322DD76F3E1E}">
      <dsp:nvSpPr>
        <dsp:cNvPr id="0" name=""/>
        <dsp:cNvSpPr/>
      </dsp:nvSpPr>
      <dsp:spPr>
        <a:xfrm>
          <a:off x="0" y="4086180"/>
          <a:ext cx="73152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▪ En la consola del navegador (Developer Tools)</a:t>
          </a:r>
        </a:p>
      </dsp:txBody>
      <dsp:txXfrm>
        <a:off x="30442" y="4116622"/>
        <a:ext cx="7254316" cy="56272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FED98-C58C-4AC1-8E1F-D0D80103FB7F}">
      <dsp:nvSpPr>
        <dsp:cNvPr id="0" name=""/>
        <dsp:cNvSpPr/>
      </dsp:nvSpPr>
      <dsp:spPr>
        <a:xfrm>
          <a:off x="0" y="258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ED5C9-97CC-409B-B70F-FD16F39B1803}">
      <dsp:nvSpPr>
        <dsp:cNvPr id="0" name=""/>
        <dsp:cNvSpPr/>
      </dsp:nvSpPr>
      <dsp:spPr>
        <a:xfrm>
          <a:off x="0" y="2589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Herramienta integrada en todos los navegadores modernos</a:t>
          </a:r>
        </a:p>
      </dsp:txBody>
      <dsp:txXfrm>
        <a:off x="0" y="2589"/>
        <a:ext cx="7315200" cy="883056"/>
      </dsp:txXfrm>
    </dsp:sp>
    <dsp:sp modelId="{10D9FA76-BFF7-45D8-9DB8-D6F8A9DDDB2A}">
      <dsp:nvSpPr>
        <dsp:cNvPr id="0" name=""/>
        <dsp:cNvSpPr/>
      </dsp:nvSpPr>
      <dsp:spPr>
        <a:xfrm>
          <a:off x="0" y="885646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4C2FA-58D6-4112-8835-11D294485270}">
      <dsp:nvSpPr>
        <dsp:cNvPr id="0" name=""/>
        <dsp:cNvSpPr/>
      </dsp:nvSpPr>
      <dsp:spPr>
        <a:xfrm>
          <a:off x="0" y="885646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Permite ejecutar código JavaScript directamente</a:t>
          </a:r>
        </a:p>
      </dsp:txBody>
      <dsp:txXfrm>
        <a:off x="0" y="885646"/>
        <a:ext cx="7315200" cy="883056"/>
      </dsp:txXfrm>
    </dsp:sp>
    <dsp:sp modelId="{CC104989-68F3-461A-8099-ED1F02CF4EE8}">
      <dsp:nvSpPr>
        <dsp:cNvPr id="0" name=""/>
        <dsp:cNvSpPr/>
      </dsp:nvSpPr>
      <dsp:spPr>
        <a:xfrm>
          <a:off x="0" y="176870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4B55E-ABDC-4B61-9DF3-1D37900BD1CB}">
      <dsp:nvSpPr>
        <dsp:cNvPr id="0" name=""/>
        <dsp:cNvSpPr/>
      </dsp:nvSpPr>
      <dsp:spPr>
        <a:xfrm>
          <a:off x="0" y="1768703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Muestra errores y advertencias del código</a:t>
          </a:r>
        </a:p>
      </dsp:txBody>
      <dsp:txXfrm>
        <a:off x="0" y="1768703"/>
        <a:ext cx="7315200" cy="883056"/>
      </dsp:txXfrm>
    </dsp:sp>
    <dsp:sp modelId="{895953CA-B417-4747-91D5-3E2A3EC0B23C}">
      <dsp:nvSpPr>
        <dsp:cNvPr id="0" name=""/>
        <dsp:cNvSpPr/>
      </dsp:nvSpPr>
      <dsp:spPr>
        <a:xfrm>
          <a:off x="0" y="265176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07D72-1A6C-441D-96BB-DC5F920C8D20}">
      <dsp:nvSpPr>
        <dsp:cNvPr id="0" name=""/>
        <dsp:cNvSpPr/>
      </dsp:nvSpPr>
      <dsp:spPr>
        <a:xfrm>
          <a:off x="0" y="2651760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Ideal para depuración (debugging) y pruebas rápidas</a:t>
          </a:r>
        </a:p>
      </dsp:txBody>
      <dsp:txXfrm>
        <a:off x="0" y="2651760"/>
        <a:ext cx="7315200" cy="883056"/>
      </dsp:txXfrm>
    </dsp:sp>
    <dsp:sp modelId="{165AFE5D-34A5-4C45-8366-B15C5E6C85C8}">
      <dsp:nvSpPr>
        <dsp:cNvPr id="0" name=""/>
        <dsp:cNvSpPr/>
      </dsp:nvSpPr>
      <dsp:spPr>
        <a:xfrm>
          <a:off x="0" y="3534816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26728-7B17-40CB-B680-6E55806F3812}">
      <dsp:nvSpPr>
        <dsp:cNvPr id="0" name=""/>
        <dsp:cNvSpPr/>
      </dsp:nvSpPr>
      <dsp:spPr>
        <a:xfrm>
          <a:off x="0" y="3534816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Accesible mediante F12 o Ctrl+Shift+I (Windows) / Cmd+Option+I (Mac)</a:t>
          </a:r>
        </a:p>
      </dsp:txBody>
      <dsp:txXfrm>
        <a:off x="0" y="3534816"/>
        <a:ext cx="7315200" cy="883056"/>
      </dsp:txXfrm>
    </dsp:sp>
    <dsp:sp modelId="{22083402-D12A-4E39-B3EC-954F696C9BC3}">
      <dsp:nvSpPr>
        <dsp:cNvPr id="0" name=""/>
        <dsp:cNvSpPr/>
      </dsp:nvSpPr>
      <dsp:spPr>
        <a:xfrm>
          <a:off x="0" y="4417873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6B305-B2D3-4556-95DD-A8E075879CF6}">
      <dsp:nvSpPr>
        <dsp:cNvPr id="0" name=""/>
        <dsp:cNvSpPr/>
      </dsp:nvSpPr>
      <dsp:spPr>
        <a:xfrm>
          <a:off x="0" y="4417873"/>
          <a:ext cx="7315200" cy="88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▪ Disponible en Chrome, Firefox, Edge y Safari</a:t>
          </a:r>
        </a:p>
      </dsp:txBody>
      <dsp:txXfrm>
        <a:off x="0" y="4417873"/>
        <a:ext cx="7315200" cy="8830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81D383-7A37-4E1E-B1A8-FA5F5E1E1DD4}">
      <dsp:nvSpPr>
        <dsp:cNvPr id="0" name=""/>
        <dsp:cNvSpPr/>
      </dsp:nvSpPr>
      <dsp:spPr>
        <a:xfrm>
          <a:off x="2250" y="1233874"/>
          <a:ext cx="1606700" cy="1020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75D3F-1D8A-44D7-83A3-EB902556C43A}">
      <dsp:nvSpPr>
        <dsp:cNvPr id="0" name=""/>
        <dsp:cNvSpPr/>
      </dsp:nvSpPr>
      <dsp:spPr>
        <a:xfrm>
          <a:off x="180772" y="1403470"/>
          <a:ext cx="1606700" cy="102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✓ Muestra información en la consola del navegador</a:t>
          </a:r>
        </a:p>
      </dsp:txBody>
      <dsp:txXfrm>
        <a:off x="210654" y="1433352"/>
        <a:ext cx="1546936" cy="960491"/>
      </dsp:txXfrm>
    </dsp:sp>
    <dsp:sp modelId="{62D01929-275A-40EB-BD83-656150851A8E}">
      <dsp:nvSpPr>
        <dsp:cNvPr id="0" name=""/>
        <dsp:cNvSpPr/>
      </dsp:nvSpPr>
      <dsp:spPr>
        <a:xfrm>
          <a:off x="1965995" y="1233874"/>
          <a:ext cx="1606700" cy="1020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7D536-F463-42B9-B713-CD40856DD051}">
      <dsp:nvSpPr>
        <dsp:cNvPr id="0" name=""/>
        <dsp:cNvSpPr/>
      </dsp:nvSpPr>
      <dsp:spPr>
        <a:xfrm>
          <a:off x="2144518" y="1403470"/>
          <a:ext cx="1606700" cy="102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✓ MÁS ÚTIL que alert(), no interrumpe la ejecución</a:t>
          </a:r>
        </a:p>
      </dsp:txBody>
      <dsp:txXfrm>
        <a:off x="2174400" y="1433352"/>
        <a:ext cx="1546936" cy="960491"/>
      </dsp:txXfrm>
    </dsp:sp>
    <dsp:sp modelId="{6ADBD006-3C4B-4AE5-BA06-C5B5861AB9B9}">
      <dsp:nvSpPr>
        <dsp:cNvPr id="0" name=""/>
        <dsp:cNvSpPr/>
      </dsp:nvSpPr>
      <dsp:spPr>
        <a:xfrm>
          <a:off x="3929741" y="1233874"/>
          <a:ext cx="1606700" cy="1020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76080-1863-4990-9558-B731A2FC2930}">
      <dsp:nvSpPr>
        <dsp:cNvPr id="0" name=""/>
        <dsp:cNvSpPr/>
      </dsp:nvSpPr>
      <dsp:spPr>
        <a:xfrm>
          <a:off x="4108263" y="1403470"/>
          <a:ext cx="1606700" cy="102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✓ Puedes mostrar texto, números, objetos, arrays, etc.</a:t>
          </a:r>
        </a:p>
      </dsp:txBody>
      <dsp:txXfrm>
        <a:off x="4138145" y="1433352"/>
        <a:ext cx="1546936" cy="960491"/>
      </dsp:txXfrm>
    </dsp:sp>
    <dsp:sp modelId="{8674859C-3E50-46FC-B6F3-6FA30EF38F6C}">
      <dsp:nvSpPr>
        <dsp:cNvPr id="0" name=""/>
        <dsp:cNvSpPr/>
      </dsp:nvSpPr>
      <dsp:spPr>
        <a:xfrm>
          <a:off x="5893486" y="1233874"/>
          <a:ext cx="1606700" cy="1020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73DB0-B96C-480C-AA07-9381A644164F}">
      <dsp:nvSpPr>
        <dsp:cNvPr id="0" name=""/>
        <dsp:cNvSpPr/>
      </dsp:nvSpPr>
      <dsp:spPr>
        <a:xfrm>
          <a:off x="6072008" y="1403470"/>
          <a:ext cx="1606700" cy="1020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✓ Herramienta esencial para depuración y pruebas</a:t>
          </a:r>
        </a:p>
      </dsp:txBody>
      <dsp:txXfrm>
        <a:off x="6101890" y="1433352"/>
        <a:ext cx="1546936" cy="96049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58C4B-CBB9-4D17-B1D2-32E24EF6EACC}">
      <dsp:nvSpPr>
        <dsp:cNvPr id="0" name=""/>
        <dsp:cNvSpPr/>
      </dsp:nvSpPr>
      <dsp:spPr>
        <a:xfrm>
          <a:off x="0" y="899"/>
          <a:ext cx="7315200" cy="3832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D2E49-F1A2-4D05-B07F-4BE69B66A14D}">
      <dsp:nvSpPr>
        <dsp:cNvPr id="0" name=""/>
        <dsp:cNvSpPr/>
      </dsp:nvSpPr>
      <dsp:spPr>
        <a:xfrm>
          <a:off x="115928" y="87127"/>
          <a:ext cx="210778" cy="210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EED94-DD2D-4E3A-BFF2-4105C0C89511}">
      <dsp:nvSpPr>
        <dsp:cNvPr id="0" name=""/>
        <dsp:cNvSpPr/>
      </dsp:nvSpPr>
      <dsp:spPr>
        <a:xfrm>
          <a:off x="442635" y="899"/>
          <a:ext cx="6872564" cy="383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559" tIns="40559" rIns="40559" bIns="4055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▪ alert('</a:t>
          </a:r>
          <a:r>
            <a:rPr lang="en-US" sz="1700" kern="1200" dirty="0" err="1"/>
            <a:t>Mensaje</a:t>
          </a:r>
          <a:r>
            <a:rPr lang="en-US" sz="1700" kern="1200" dirty="0"/>
            <a:t>'): </a:t>
          </a:r>
          <a:r>
            <a:rPr lang="en-US" sz="1700" kern="1200" dirty="0" err="1"/>
            <a:t>Muestra</a:t>
          </a:r>
          <a:r>
            <a:rPr lang="en-US" sz="1700" kern="1200" dirty="0"/>
            <a:t> </a:t>
          </a:r>
          <a:r>
            <a:rPr lang="en-US" sz="1700" kern="1200" dirty="0" err="1"/>
            <a:t>una</a:t>
          </a:r>
          <a:r>
            <a:rPr lang="en-US" sz="1700" kern="1200" dirty="0"/>
            <a:t> </a:t>
          </a:r>
          <a:r>
            <a:rPr lang="en-US" sz="1700" kern="1200" dirty="0" err="1"/>
            <a:t>ventana</a:t>
          </a:r>
          <a:r>
            <a:rPr lang="en-US" sz="1700" kern="1200" dirty="0"/>
            <a:t> </a:t>
          </a:r>
          <a:r>
            <a:rPr lang="en-US" sz="1700" kern="1200" dirty="0" err="1"/>
            <a:t>emergente</a:t>
          </a:r>
          <a:endParaRPr lang="en-US" sz="1700" kern="1200" dirty="0"/>
        </a:p>
      </dsp:txBody>
      <dsp:txXfrm>
        <a:off x="442635" y="899"/>
        <a:ext cx="6872564" cy="383234"/>
      </dsp:txXfrm>
    </dsp:sp>
    <dsp:sp modelId="{C2276BA2-A2CB-462B-A962-656249527C58}">
      <dsp:nvSpPr>
        <dsp:cNvPr id="0" name=""/>
        <dsp:cNvSpPr/>
      </dsp:nvSpPr>
      <dsp:spPr>
        <a:xfrm>
          <a:off x="0" y="479942"/>
          <a:ext cx="7315200" cy="3832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F44DB-E626-430F-BFAB-77C2E1B2F492}">
      <dsp:nvSpPr>
        <dsp:cNvPr id="0" name=""/>
        <dsp:cNvSpPr/>
      </dsp:nvSpPr>
      <dsp:spPr>
        <a:xfrm>
          <a:off x="115928" y="566170"/>
          <a:ext cx="210778" cy="210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3BEF3-83C4-4102-A2CB-FAA32B7F4A82}">
      <dsp:nvSpPr>
        <dsp:cNvPr id="0" name=""/>
        <dsp:cNvSpPr/>
      </dsp:nvSpPr>
      <dsp:spPr>
        <a:xfrm>
          <a:off x="442635" y="479942"/>
          <a:ext cx="6872564" cy="383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559" tIns="40559" rIns="40559" bIns="4055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▪ console.log('Mensaje'): Muestra en la consola</a:t>
          </a:r>
        </a:p>
      </dsp:txBody>
      <dsp:txXfrm>
        <a:off x="442635" y="479942"/>
        <a:ext cx="6872564" cy="383234"/>
      </dsp:txXfrm>
    </dsp:sp>
    <dsp:sp modelId="{9A725ABA-3D23-4C94-8E06-493CF0438CD3}">
      <dsp:nvSpPr>
        <dsp:cNvPr id="0" name=""/>
        <dsp:cNvSpPr/>
      </dsp:nvSpPr>
      <dsp:spPr>
        <a:xfrm>
          <a:off x="0" y="958985"/>
          <a:ext cx="7315200" cy="3832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EA491B-CD8C-4B1D-A638-B1920C706C25}">
      <dsp:nvSpPr>
        <dsp:cNvPr id="0" name=""/>
        <dsp:cNvSpPr/>
      </dsp:nvSpPr>
      <dsp:spPr>
        <a:xfrm>
          <a:off x="115928" y="1045213"/>
          <a:ext cx="210778" cy="210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AE8A5-A07C-4E4F-9A5E-BDD4EEE60545}">
      <dsp:nvSpPr>
        <dsp:cNvPr id="0" name=""/>
        <dsp:cNvSpPr/>
      </dsp:nvSpPr>
      <dsp:spPr>
        <a:xfrm>
          <a:off x="442635" y="958985"/>
          <a:ext cx="6872564" cy="383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559" tIns="40559" rIns="40559" bIns="4055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▪ console.warn('Advertencia'): Muestra advertencia en consola</a:t>
          </a:r>
        </a:p>
      </dsp:txBody>
      <dsp:txXfrm>
        <a:off x="442635" y="958985"/>
        <a:ext cx="6872564" cy="383234"/>
      </dsp:txXfrm>
    </dsp:sp>
    <dsp:sp modelId="{12CD15CA-1DB0-4F8C-BEA9-5AA84BF90698}">
      <dsp:nvSpPr>
        <dsp:cNvPr id="0" name=""/>
        <dsp:cNvSpPr/>
      </dsp:nvSpPr>
      <dsp:spPr>
        <a:xfrm>
          <a:off x="0" y="1438028"/>
          <a:ext cx="7315200" cy="3832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9C900-8825-4212-AF29-E1B7050136CB}">
      <dsp:nvSpPr>
        <dsp:cNvPr id="0" name=""/>
        <dsp:cNvSpPr/>
      </dsp:nvSpPr>
      <dsp:spPr>
        <a:xfrm>
          <a:off x="115928" y="1524256"/>
          <a:ext cx="210778" cy="210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A928E-644E-48D4-87A4-795CAB5CB583}">
      <dsp:nvSpPr>
        <dsp:cNvPr id="0" name=""/>
        <dsp:cNvSpPr/>
      </dsp:nvSpPr>
      <dsp:spPr>
        <a:xfrm>
          <a:off x="442635" y="1438028"/>
          <a:ext cx="6872564" cy="383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559" tIns="40559" rIns="40559" bIns="4055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▪ console.error('Error'): Muestra error en consola</a:t>
          </a:r>
        </a:p>
      </dsp:txBody>
      <dsp:txXfrm>
        <a:off x="442635" y="1438028"/>
        <a:ext cx="6872564" cy="383234"/>
      </dsp:txXfrm>
    </dsp:sp>
    <dsp:sp modelId="{DBCAEDC4-424A-42E2-A7E9-BED5647355B7}">
      <dsp:nvSpPr>
        <dsp:cNvPr id="0" name=""/>
        <dsp:cNvSpPr/>
      </dsp:nvSpPr>
      <dsp:spPr>
        <a:xfrm>
          <a:off x="0" y="1917071"/>
          <a:ext cx="7315200" cy="3832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CAEA3-B127-4435-8FDB-99735C94E228}">
      <dsp:nvSpPr>
        <dsp:cNvPr id="0" name=""/>
        <dsp:cNvSpPr/>
      </dsp:nvSpPr>
      <dsp:spPr>
        <a:xfrm>
          <a:off x="115928" y="2003299"/>
          <a:ext cx="210778" cy="210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D1C4C-D8D8-4192-B2D0-2B90AE852D63}">
      <dsp:nvSpPr>
        <dsp:cNvPr id="0" name=""/>
        <dsp:cNvSpPr/>
      </dsp:nvSpPr>
      <dsp:spPr>
        <a:xfrm>
          <a:off x="442635" y="1917071"/>
          <a:ext cx="6872564" cy="383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559" tIns="40559" rIns="40559" bIns="4055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▪ document.write('Texto'): Escribe directamente en la página</a:t>
          </a:r>
          <a:r>
            <a:rPr lang="es-ES" sz="1700" kern="1200"/>
            <a:t>. NO UTILIZAR</a:t>
          </a:r>
          <a:endParaRPr lang="en-US" sz="1700" kern="1200"/>
        </a:p>
      </dsp:txBody>
      <dsp:txXfrm>
        <a:off x="442635" y="1917071"/>
        <a:ext cx="6872564" cy="383234"/>
      </dsp:txXfrm>
    </dsp:sp>
    <dsp:sp modelId="{659715A4-64AD-4A29-B40B-F36651AFD9F4}">
      <dsp:nvSpPr>
        <dsp:cNvPr id="0" name=""/>
        <dsp:cNvSpPr/>
      </dsp:nvSpPr>
      <dsp:spPr>
        <a:xfrm>
          <a:off x="0" y="2396114"/>
          <a:ext cx="7315200" cy="3832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86774-FB0E-43BE-8619-D008F27367B4}">
      <dsp:nvSpPr>
        <dsp:cNvPr id="0" name=""/>
        <dsp:cNvSpPr/>
      </dsp:nvSpPr>
      <dsp:spPr>
        <a:xfrm>
          <a:off x="115928" y="2482341"/>
          <a:ext cx="210778" cy="2107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43D957-9635-49CC-9FA7-5D6C3A6E71B1}">
      <dsp:nvSpPr>
        <dsp:cNvPr id="0" name=""/>
        <dsp:cNvSpPr/>
      </dsp:nvSpPr>
      <dsp:spPr>
        <a:xfrm>
          <a:off x="442635" y="2396114"/>
          <a:ext cx="6872564" cy="3832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559" tIns="40559" rIns="40559" bIns="4055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▪ innerHTML: Modifica contenido HTML (avanzado)</a:t>
          </a:r>
        </a:p>
      </dsp:txBody>
      <dsp:txXfrm>
        <a:off x="442635" y="2396114"/>
        <a:ext cx="6872564" cy="38323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DC4BA-08EB-45EA-AC77-51B578EA49BF}">
      <dsp:nvSpPr>
        <dsp:cNvPr id="0" name=""/>
        <dsp:cNvSpPr/>
      </dsp:nvSpPr>
      <dsp:spPr>
        <a:xfrm>
          <a:off x="896309" y="479447"/>
          <a:ext cx="887557" cy="887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0AABC-3AD5-40BC-A6FE-BAC7EF753474}">
      <dsp:nvSpPr>
        <dsp:cNvPr id="0" name=""/>
        <dsp:cNvSpPr/>
      </dsp:nvSpPr>
      <dsp:spPr>
        <a:xfrm>
          <a:off x="353913" y="1685216"/>
          <a:ext cx="1972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▪ JavaScript es un lenguaje interpretado para crear interactividad web</a:t>
          </a:r>
        </a:p>
      </dsp:txBody>
      <dsp:txXfrm>
        <a:off x="353913" y="1685216"/>
        <a:ext cx="1972350" cy="720000"/>
      </dsp:txXfrm>
    </dsp:sp>
    <dsp:sp modelId="{03046CB3-9A77-47A2-BB3E-6DA2339AA2CD}">
      <dsp:nvSpPr>
        <dsp:cNvPr id="0" name=""/>
        <dsp:cNvSpPr/>
      </dsp:nvSpPr>
      <dsp:spPr>
        <a:xfrm>
          <a:off x="3213821" y="479447"/>
          <a:ext cx="887557" cy="887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A14F8-7D4A-444D-89DB-7021B42593FA}">
      <dsp:nvSpPr>
        <dsp:cNvPr id="0" name=""/>
        <dsp:cNvSpPr/>
      </dsp:nvSpPr>
      <dsp:spPr>
        <a:xfrm>
          <a:off x="2671425" y="1685216"/>
          <a:ext cx="1972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▪ Se ejecuta en navegadores y también en servidores (Node.js)</a:t>
          </a:r>
        </a:p>
      </dsp:txBody>
      <dsp:txXfrm>
        <a:off x="2671425" y="1685216"/>
        <a:ext cx="1972350" cy="720000"/>
      </dsp:txXfrm>
    </dsp:sp>
    <dsp:sp modelId="{49D62AB4-A5FA-4AB7-AAE9-0C43288B8C9A}">
      <dsp:nvSpPr>
        <dsp:cNvPr id="0" name=""/>
        <dsp:cNvSpPr/>
      </dsp:nvSpPr>
      <dsp:spPr>
        <a:xfrm>
          <a:off x="5531332" y="479447"/>
          <a:ext cx="887557" cy="887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FAA86-18BC-4323-8BF4-EECC992A8AF3}">
      <dsp:nvSpPr>
        <dsp:cNvPr id="0" name=""/>
        <dsp:cNvSpPr/>
      </dsp:nvSpPr>
      <dsp:spPr>
        <a:xfrm>
          <a:off x="4988936" y="1685216"/>
          <a:ext cx="1972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▪ Tu primer programa: alert('¡Hola Mundo!');</a:t>
          </a:r>
        </a:p>
      </dsp:txBody>
      <dsp:txXfrm>
        <a:off x="4988936" y="1685216"/>
        <a:ext cx="1972350" cy="720000"/>
      </dsp:txXfrm>
    </dsp:sp>
    <dsp:sp modelId="{4214A109-D634-4B49-8A6F-3376831AA709}">
      <dsp:nvSpPr>
        <dsp:cNvPr id="0" name=""/>
        <dsp:cNvSpPr/>
      </dsp:nvSpPr>
      <dsp:spPr>
        <a:xfrm>
          <a:off x="896309" y="2898303"/>
          <a:ext cx="887557" cy="887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0DDCE-6887-4163-AF8E-17150DAB4006}">
      <dsp:nvSpPr>
        <dsp:cNvPr id="0" name=""/>
        <dsp:cNvSpPr/>
      </dsp:nvSpPr>
      <dsp:spPr>
        <a:xfrm>
          <a:off x="353913" y="4104072"/>
          <a:ext cx="1972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▪ La consola de desarrollador es tu mejor amiga</a:t>
          </a:r>
        </a:p>
      </dsp:txBody>
      <dsp:txXfrm>
        <a:off x="353913" y="4104072"/>
        <a:ext cx="1972350" cy="720000"/>
      </dsp:txXfrm>
    </dsp:sp>
    <dsp:sp modelId="{993B8020-1D14-4BD0-BDA2-BBD14E807739}">
      <dsp:nvSpPr>
        <dsp:cNvPr id="0" name=""/>
        <dsp:cNvSpPr/>
      </dsp:nvSpPr>
      <dsp:spPr>
        <a:xfrm>
          <a:off x="3213821" y="2898303"/>
          <a:ext cx="887557" cy="887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EA5E2-278B-46B2-B98B-112ADF7E7C36}">
      <dsp:nvSpPr>
        <dsp:cNvPr id="0" name=""/>
        <dsp:cNvSpPr/>
      </dsp:nvSpPr>
      <dsp:spPr>
        <a:xfrm>
          <a:off x="2671425" y="4104072"/>
          <a:ext cx="1972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▪ console.log() es la herramienta principal de debugging</a:t>
          </a:r>
        </a:p>
      </dsp:txBody>
      <dsp:txXfrm>
        <a:off x="2671425" y="4104072"/>
        <a:ext cx="1972350" cy="720000"/>
      </dsp:txXfrm>
    </dsp:sp>
    <dsp:sp modelId="{A06D3688-89FB-471C-AFCF-5DDA452C3CEC}">
      <dsp:nvSpPr>
        <dsp:cNvPr id="0" name=""/>
        <dsp:cNvSpPr/>
      </dsp:nvSpPr>
      <dsp:spPr>
        <a:xfrm>
          <a:off x="5531332" y="2898303"/>
          <a:ext cx="887557" cy="8875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702057-A69A-473A-969E-DDB305C6C004}">
      <dsp:nvSpPr>
        <dsp:cNvPr id="0" name=""/>
        <dsp:cNvSpPr/>
      </dsp:nvSpPr>
      <dsp:spPr>
        <a:xfrm>
          <a:off x="4988936" y="4104072"/>
          <a:ext cx="1972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▪ Tienes todo listo para comenzar a programar</a:t>
          </a:r>
        </a:p>
      </dsp:txBody>
      <dsp:txXfrm>
        <a:off x="4988936" y="4104072"/>
        <a:ext cx="19723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4123" y="3164497"/>
            <a:ext cx="4355594" cy="303055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ro analógico mostrando información de vuelos">
            <a:extLst>
              <a:ext uri="{FF2B5EF4-FFF2-40B4-BE49-F238E27FC236}">
                <a16:creationId xmlns:a16="http://schemas.microsoft.com/office/drawing/2014/main" id="{E54C3F2C-F494-C54C-BAAB-2D13190CA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7" r="22030"/>
          <a:stretch>
            <a:fillRect/>
          </a:stretch>
        </p:blipFill>
        <p:spPr>
          <a:xfrm>
            <a:off x="3028949" y="10"/>
            <a:ext cx="6120019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00854" y="2950387"/>
            <a:ext cx="2289220" cy="35314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600" b="1">
                <a:solidFill>
                  <a:srgbClr val="FFFFFF"/>
                </a:solidFill>
              </a:defRPr>
            </a:pPr>
            <a:r>
              <a:rPr lang="en-US" sz="3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3441" y="743803"/>
            <a:ext cx="2106633" cy="1382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9900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Introducción a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Contenidos del Tema 1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919385D4-5391-2B05-B727-D650D7A0A6F6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¿Qué es JavaScript?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25580B2-2524-0430-A5B7-976A46A78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775225"/>
              </p:ext>
            </p:extLst>
          </p:nvPr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Características Principales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8116730-DB67-4DD4-A4F9-92AA4FCA6342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Historia de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🕐 Años 90 - 2000s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🕐 Años 2000s - Presente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468880"/>
            <a:ext cx="393192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1997: Es </a:t>
            </a:r>
            <a:r>
              <a:rPr dirty="0" err="1"/>
              <a:t>estandarizado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ECMAScript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2009: ECMAScript 5 (ES5)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2015: ECMAScript 6 (ES6/ES2015)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2016+: </a:t>
            </a:r>
            <a:r>
              <a:rPr dirty="0" err="1"/>
              <a:t>Actualizaciones</a:t>
            </a:r>
            <a:r>
              <a:rPr dirty="0"/>
              <a:t> </a:t>
            </a:r>
            <a:r>
              <a:rPr dirty="0" err="1"/>
              <a:t>anuales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202</a:t>
            </a:r>
            <a:r>
              <a:rPr lang="es-ES" dirty="0"/>
              <a:t>6</a:t>
            </a:r>
            <a:r>
              <a:rPr dirty="0"/>
              <a:t>: ECMAScript </a:t>
            </a:r>
            <a:r>
              <a:rPr lang="es-ES" dirty="0"/>
              <a:t>2026</a:t>
            </a:r>
            <a:r>
              <a:rPr dirty="0"/>
              <a:t> (ES</a:t>
            </a:r>
            <a:r>
              <a:rPr lang="es-ES" dirty="0"/>
              <a:t>2026</a:t>
            </a:r>
            <a:r>
              <a:rPr dirty="0"/>
              <a:t>)</a:t>
            </a:r>
            <a:endParaRPr lang="es-ES"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lang="es-ES" dirty="0"/>
              <a:t> </a:t>
            </a:r>
            <a:endParaRPr dirty="0"/>
          </a:p>
        </p:txBody>
      </p:sp>
      <p:graphicFrame>
        <p:nvGraphicFramePr>
          <p:cNvPr id="9" name="TextBox 5">
            <a:extLst>
              <a:ext uri="{FF2B5EF4-FFF2-40B4-BE49-F238E27FC236}">
                <a16:creationId xmlns:a16="http://schemas.microsoft.com/office/drawing/2014/main" id="{C86BADBE-06C9-D5D1-88E9-732AA6E8CD0B}"/>
              </a:ext>
            </a:extLst>
          </p:cNvPr>
          <p:cNvGraphicFramePr/>
          <p:nvPr/>
        </p:nvGraphicFramePr>
        <p:xfrm>
          <a:off x="457200" y="1554480"/>
          <a:ext cx="393192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Evolución de JavaScript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832AB7B1-E608-4294-FBFA-D3C4BCE3BD03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¿Dónde se ejecuta JavaScript?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🌐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⚙️ Servidor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640896"/>
            <a:ext cx="393192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Lado del </a:t>
            </a:r>
            <a:r>
              <a:rPr dirty="0" err="1"/>
              <a:t>Servidor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Node.js (</a:t>
            </a:r>
            <a:r>
              <a:rPr dirty="0" err="1"/>
              <a:t>plataforma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popular)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Deno (</a:t>
            </a:r>
            <a:r>
              <a:rPr dirty="0" err="1"/>
              <a:t>alternativa</a:t>
            </a:r>
            <a:r>
              <a:rPr dirty="0"/>
              <a:t> moderna)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Bun (nuevo runtime)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Aplicaciones</a:t>
            </a:r>
            <a:r>
              <a:rPr dirty="0"/>
              <a:t> de </a:t>
            </a:r>
            <a:r>
              <a:rPr dirty="0" err="1"/>
              <a:t>escritorio</a:t>
            </a:r>
            <a:r>
              <a:rPr dirty="0"/>
              <a:t> (Electron)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Mobile apps (</a:t>
            </a:r>
            <a:r>
              <a:rPr lang="es-ES" dirty="0"/>
              <a:t>Ionic, </a:t>
            </a:r>
            <a:r>
              <a:rPr dirty="0"/>
              <a:t>React Native, Flutter)</a:t>
            </a:r>
          </a:p>
        </p:txBody>
      </p:sp>
      <p:graphicFrame>
        <p:nvGraphicFramePr>
          <p:cNvPr id="9" name="TextBox 5">
            <a:extLst>
              <a:ext uri="{FF2B5EF4-FFF2-40B4-BE49-F238E27FC236}">
                <a16:creationId xmlns:a16="http://schemas.microsoft.com/office/drawing/2014/main" id="{2DD732B1-B483-8690-32C7-862051AFAFC6}"/>
              </a:ext>
            </a:extLst>
          </p:cNvPr>
          <p:cNvGraphicFramePr/>
          <p:nvPr/>
        </p:nvGraphicFramePr>
        <p:xfrm>
          <a:off x="457200" y="1554480"/>
          <a:ext cx="3931920" cy="484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5469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¿Para </a:t>
            </a:r>
            <a:r>
              <a:rPr lang="es-ES" dirty="0"/>
              <a:t>q</a:t>
            </a:r>
            <a:r>
              <a:rPr dirty="0" err="1"/>
              <a:t>ué</a:t>
            </a:r>
            <a:r>
              <a:rPr dirty="0"/>
              <a:t> </a:t>
            </a:r>
            <a:r>
              <a:rPr lang="es-ES" dirty="0"/>
              <a:t>u</a:t>
            </a:r>
            <a:r>
              <a:rPr dirty="0" err="1"/>
              <a:t>samos</a:t>
            </a:r>
            <a:r>
              <a:rPr dirty="0"/>
              <a:t> JavaScript?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0E04D0C5-F081-BB80-E714-C31032491D3C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La triada del Desarrollo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066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rPr dirty="0"/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2" y="1062930"/>
            <a:ext cx="56457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rPr lang="es-ES" dirty="0"/>
              <a:t>CSS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HTML: </a:t>
            </a:r>
            <a:r>
              <a:rPr dirty="0" err="1"/>
              <a:t>Estructura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Define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contenido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Crea </a:t>
            </a:r>
            <a:r>
              <a:rPr dirty="0" err="1"/>
              <a:t>elementos</a:t>
            </a:r>
            <a:r>
              <a:rPr dirty="0"/>
              <a:t> de </a:t>
            </a:r>
            <a:r>
              <a:rPr dirty="0" err="1"/>
              <a:t>página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Proporciona</a:t>
            </a:r>
            <a:r>
              <a:rPr dirty="0"/>
              <a:t> </a:t>
            </a:r>
            <a:r>
              <a:rPr dirty="0" err="1"/>
              <a:t>semántica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CSS: Presentación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Estilos y diseño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Colores y tipografía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t>▪ Responsive design</a:t>
            </a:r>
          </a:p>
        </p:txBody>
      </p:sp>
      <p:graphicFrame>
        <p:nvGraphicFramePr>
          <p:cNvPr id="12" name="TextBox 7">
            <a:extLst>
              <a:ext uri="{FF2B5EF4-FFF2-40B4-BE49-F238E27FC236}">
                <a16:creationId xmlns:a16="http://schemas.microsoft.com/office/drawing/2014/main" id="{4976ACA6-7B72-DE8B-1F21-CC99D3381951}"/>
              </a:ext>
            </a:extLst>
          </p:cNvPr>
          <p:cNvGraphicFramePr/>
          <p:nvPr/>
        </p:nvGraphicFramePr>
        <p:xfrm>
          <a:off x="457200" y="4754880"/>
          <a:ext cx="8229600" cy="1645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600" b="1">
                <a:solidFill>
                  <a:srgbClr val="FFFFFF"/>
                </a:solidFill>
              </a:defRPr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¡Hola Mundo!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48905" y="4797188"/>
            <a:ext cx="4538427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9900"/>
                </a:solidFill>
              </a:defRPr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 primer programa en JavaScript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¡Hola Mundo! - Primera 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948" y="1976371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80000"/>
                </a:solidFill>
                <a:latin typeface="Courier New"/>
              </a:defRPr>
            </a:pPr>
            <a:r>
              <a:rPr dirty="0"/>
              <a:t>alert('¡Hola Mundo!');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DF3E01F-71B4-9F1C-E0A2-706EA505CD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887374"/>
              </p:ext>
            </p:extLst>
          </p:nvPr>
        </p:nvGraphicFramePr>
        <p:xfrm>
          <a:off x="731520" y="3200400"/>
          <a:ext cx="768096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95958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¿</a:t>
            </a:r>
            <a:r>
              <a:rPr dirty="0" err="1"/>
              <a:t>Dónde</a:t>
            </a:r>
            <a:r>
              <a:rPr dirty="0"/>
              <a:t> </a:t>
            </a:r>
            <a:r>
              <a:rPr lang="es-ES" dirty="0"/>
              <a:t>e</a:t>
            </a:r>
            <a:r>
              <a:rPr dirty="0" err="1"/>
              <a:t>scribo</a:t>
            </a:r>
            <a:r>
              <a:rPr dirty="0"/>
              <a:t> JavaScript?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97D3D74B-C011-6C14-8355-62759DE204AD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Estructura de un archivo HTML con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2214" y="2264272"/>
            <a:ext cx="4513152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&lt;!DOCTYPE html&gt;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&lt;html&gt;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&lt;head&gt;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&lt;title&gt;Mi primer </a:t>
            </a:r>
            <a:r>
              <a:rPr dirty="0" err="1"/>
              <a:t>programa</a:t>
            </a:r>
            <a:r>
              <a:rPr dirty="0"/>
              <a:t>&lt;/title&gt;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&lt;/head&gt;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&lt;body&gt;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&lt;h1&gt;Bienvenido a JavaScript&lt;/h1&gt;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&lt;script&gt;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  alert('¡Hola Mundo!');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  &lt;/script&gt;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  &lt;/body&gt;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333333"/>
                </a:solidFill>
                <a:latin typeface="Courier New"/>
              </a:defRPr>
            </a:pPr>
            <a:r>
              <a:rPr dirty="0"/>
              <a:t>&lt;/html&gt;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97324" y="1146412"/>
            <a:ext cx="6760761" cy="2402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600" b="1">
                <a:solidFill>
                  <a:srgbClr val="FFFFFF"/>
                </a:solidFill>
              </a:defRPr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consola</a:t>
            </a: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desarrollador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97323" y="4892722"/>
            <a:ext cx="4790367" cy="1078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9900"/>
                </a:solidFill>
              </a:defRPr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Herramienta esencial para programadores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¿Qué es la Consola?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DF43D6B8-8458-6D54-6877-786A6FBA4C96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Cómo Abrir la Consola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⌨️ Atajos de teclado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🖥️ Por 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5751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Windows y Linux: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F12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Ctrl + Shift + I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Clic</a:t>
            </a:r>
            <a:r>
              <a:rPr dirty="0"/>
              <a:t> derecho &gt; </a:t>
            </a:r>
            <a:r>
              <a:rPr dirty="0" err="1"/>
              <a:t>Inspeccionar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Luego </a:t>
            </a:r>
            <a:r>
              <a:rPr dirty="0" err="1"/>
              <a:t>ir</a:t>
            </a:r>
            <a:r>
              <a:rPr dirty="0"/>
              <a:t> a </a:t>
            </a:r>
            <a:r>
              <a:rPr dirty="0" err="1"/>
              <a:t>pestaña</a:t>
            </a:r>
            <a:r>
              <a:rPr dirty="0"/>
              <a:t>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785751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Mac: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Cmd</a:t>
            </a:r>
            <a:r>
              <a:rPr dirty="0"/>
              <a:t> + Option + I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Cmd</a:t>
            </a:r>
            <a:r>
              <a:rPr dirty="0"/>
              <a:t> + Option + U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Safari: </a:t>
            </a:r>
            <a:r>
              <a:rPr dirty="0" err="1"/>
              <a:t>Cmd</a:t>
            </a:r>
            <a:r>
              <a:rPr dirty="0"/>
              <a:t> + Option + C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500">
                <a:solidFill>
                  <a:srgbClr val="333333"/>
                </a:solidFill>
              </a:defRPr>
            </a:pPr>
            <a:r>
              <a:rPr dirty="0"/>
              <a:t>▪ </a:t>
            </a:r>
            <a:r>
              <a:rPr dirty="0" err="1"/>
              <a:t>Desarrollador</a:t>
            </a:r>
            <a:r>
              <a:rPr dirty="0"/>
              <a:t> &gt; JavaScript Console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console.log() - Mostrar mensajes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0000"/>
                </a:solidFill>
                <a:latin typeface="Courier New"/>
              </a:defRPr>
            </a:pPr>
            <a:r>
              <a:rPr dirty="0"/>
              <a:t>console.log('Hola, </a:t>
            </a: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consola</a:t>
            </a:r>
            <a:r>
              <a:rPr dirty="0"/>
              <a:t>');</a:t>
            </a:r>
          </a:p>
          <a:p>
            <a:pPr>
              <a:defRPr sz="1800" b="1">
                <a:solidFill>
                  <a:srgbClr val="C80000"/>
                </a:solidFill>
                <a:latin typeface="Courier New"/>
              </a:defRPr>
            </a:pPr>
            <a:r>
              <a:rPr dirty="0"/>
              <a:t>console.log(2 + 2);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BC9D44D-F372-A343-12D4-96C7B5A45214}"/>
              </a:ext>
            </a:extLst>
          </p:cNvPr>
          <p:cNvGraphicFramePr/>
          <p:nvPr/>
        </p:nvGraphicFramePr>
        <p:xfrm>
          <a:off x="731520" y="2560320"/>
          <a:ext cx="768096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13075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Otras</a:t>
            </a:r>
            <a:r>
              <a:rPr dirty="0"/>
              <a:t> </a:t>
            </a:r>
            <a:r>
              <a:rPr lang="es-ES" dirty="0"/>
              <a:t>f</a:t>
            </a:r>
            <a:r>
              <a:rPr dirty="0" err="1"/>
              <a:t>ormas</a:t>
            </a:r>
            <a:r>
              <a:rPr dirty="0"/>
              <a:t> de </a:t>
            </a:r>
            <a:r>
              <a:rPr lang="es-ES" dirty="0"/>
              <a:t>m</a:t>
            </a:r>
            <a:r>
              <a:rPr dirty="0" err="1"/>
              <a:t>ostrar</a:t>
            </a:r>
            <a:r>
              <a:rPr dirty="0"/>
              <a:t> </a:t>
            </a:r>
            <a:r>
              <a:rPr lang="es-ES" dirty="0"/>
              <a:t>i</a:t>
            </a:r>
            <a:r>
              <a:rPr dirty="0" err="1"/>
              <a:t>nformación</a:t>
            </a:r>
            <a:endParaRPr dirty="0"/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907073F1-2779-9C28-6CA5-D5E088DF9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3123114"/>
              </p:ext>
            </p:extLst>
          </p:nvPr>
        </p:nvGraphicFramePr>
        <p:xfrm>
          <a:off x="914400" y="2302296"/>
          <a:ext cx="7315200" cy="2780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Resumen - Tema 1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2E361363-C148-2926-0B15-DD98E84593AD}"/>
              </a:ext>
            </a:extLst>
          </p:cNvPr>
          <p:cNvGraphicFramePr/>
          <p:nvPr/>
        </p:nvGraphicFramePr>
        <p:xfrm>
          <a:off x="914400" y="1188720"/>
          <a:ext cx="7315200" cy="5303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0148" y="818984"/>
            <a:ext cx="4947184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6600" b="1">
                <a:solidFill>
                  <a:srgbClr val="FFFFFF"/>
                </a:solidFill>
              </a:defRPr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¡Fin de la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</a:t>
            </a:r>
            <a:r>
              <a:rPr lang="en-US" sz="4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oducción</a:t>
            </a:r>
            <a:r>
              <a:rPr lang="en-US" sz="4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  <a:endParaRPr lang="en-US" sz="4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48905" y="4797188"/>
            <a:ext cx="4538427" cy="1241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defRPr sz="3200">
                <a:solidFill>
                  <a:srgbClr val="FF9900"/>
                </a:solidFill>
              </a:defRPr>
            </a:pP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Programación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Básica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Variables</a:t>
            </a:r>
            <a:b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¡Nos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vemos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próximo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te</a:t>
            </a:r>
            <a:r>
              <a:rPr lang="en-US" sz="2400" dirty="0" err="1">
                <a:solidFill>
                  <a:srgbClr val="FFFFFF"/>
                </a:solidFill>
              </a:rPr>
              <a:t>ma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1074</Words>
  <Application>Microsoft Office PowerPoint</Application>
  <PresentationFormat>Presentación en pantalla (4:3)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V1842</cp:lastModifiedBy>
  <cp:revision>7</cp:revision>
  <dcterms:created xsi:type="dcterms:W3CDTF">2013-01-27T09:14:16Z</dcterms:created>
  <dcterms:modified xsi:type="dcterms:W3CDTF">2026-09-27T10:01:19Z</dcterms:modified>
  <cp:category/>
</cp:coreProperties>
</file>